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2" r:id="rId4"/>
    <p:sldId id="259" r:id="rId5"/>
    <p:sldId id="260" r:id="rId6"/>
    <p:sldId id="261" r:id="rId7"/>
    <p:sldId id="264" r:id="rId8"/>
    <p:sldId id="265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9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8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9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1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8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0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8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1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3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7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6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18A645-2267-4F2E-9342-266D4D1DC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1649E224-C15D-F957-0356-DE3605B53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27" y="564542"/>
            <a:ext cx="7085805" cy="30646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60390C-0E4C-4682-8246-AFA2E4985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BA87F4-FB8A-4D91-B3F3-DFA78E0CC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0110" y="4277802"/>
            <a:ext cx="4516836" cy="1622451"/>
          </a:xfrm>
        </p:spPr>
        <p:txBody>
          <a:bodyPr>
            <a:normAutofit/>
          </a:bodyPr>
          <a:lstStyle/>
          <a:p>
            <a:r>
              <a:rPr lang="en-US" sz="3600" b="1" dirty="0"/>
              <a:t>Formation and Role of AIML in the Pakistan Movement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0990" y="4190337"/>
            <a:ext cx="3057581" cy="1709917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Course Instructor </a:t>
            </a:r>
          </a:p>
          <a:p>
            <a:r>
              <a:rPr lang="en-US" sz="2400" b="1" dirty="0"/>
              <a:t>Habib Ali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12A90F-45C2-4C9B-BAF6-9CE1F546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589" y="643466"/>
            <a:ext cx="2511013" cy="5571067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236" y="643467"/>
            <a:ext cx="3401086" cy="5571066"/>
          </a:xfrm>
        </p:spPr>
        <p:txBody>
          <a:bodyPr anchor="ctr"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The All-India Muslim League (AIML) was </a:t>
            </a:r>
            <a:r>
              <a:rPr lang="en-US" sz="1600" dirty="0">
                <a:solidFill>
                  <a:srgbClr val="FF0000"/>
                </a:solidFill>
              </a:rPr>
              <a:t>the first political platform of Muslims </a:t>
            </a:r>
            <a:r>
              <a:rPr lang="en-US" sz="1600" dirty="0"/>
              <a:t>in British India.</a:t>
            </a:r>
          </a:p>
          <a:p>
            <a:r>
              <a:rPr lang="en-US" sz="1600" dirty="0"/>
              <a:t>It was </a:t>
            </a:r>
            <a:r>
              <a:rPr lang="en-US" sz="1600" dirty="0">
                <a:solidFill>
                  <a:srgbClr val="FF0000"/>
                </a:solidFill>
              </a:rPr>
              <a:t>established in 1906 at Dacca (Dhaka)</a:t>
            </a:r>
            <a:r>
              <a:rPr lang="en-US" sz="1600" dirty="0"/>
              <a:t> in the background of the partition of Bengal (1905) and rising Hindu-Muslim tensions.</a:t>
            </a:r>
          </a:p>
          <a:p>
            <a:r>
              <a:rPr lang="en-US" sz="1600" dirty="0"/>
              <a:t>Muslims feared </a:t>
            </a:r>
            <a:r>
              <a:rPr lang="en-US" sz="1600" dirty="0">
                <a:solidFill>
                  <a:srgbClr val="FF0000"/>
                </a:solidFill>
              </a:rPr>
              <a:t>underrepresentation</a:t>
            </a:r>
            <a:r>
              <a:rPr lang="en-US" sz="1600" dirty="0"/>
              <a:t>.</a:t>
            </a:r>
          </a:p>
          <a:p>
            <a:r>
              <a:rPr lang="en-US" sz="1600" dirty="0"/>
              <a:t>Need for a </a:t>
            </a:r>
            <a:r>
              <a:rPr lang="en-US" sz="1600" dirty="0">
                <a:solidFill>
                  <a:srgbClr val="FF0000"/>
                </a:solidFill>
              </a:rPr>
              <a:t>separate Muslim political organization</a:t>
            </a:r>
            <a:r>
              <a:rPr lang="en-US" sz="1600" dirty="0"/>
              <a:t>.</a:t>
            </a:r>
          </a:p>
          <a:p>
            <a:r>
              <a:rPr lang="en-US" sz="1600" dirty="0"/>
              <a:t>Played a pivotal role in safeguarding Muslim interests and ultimately in the creation of Pakistan in 1947.</a:t>
            </a:r>
          </a:p>
          <a:p>
            <a:endParaRPr lang="en-US" sz="1600" dirty="0"/>
          </a:p>
          <a:p>
            <a:endParaRPr lang="en-US" sz="16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401725" y="6229681"/>
            <a:chExt cx="457200" cy="4572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2D340-4F13-1232-9001-F50CC4520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A19A6-5899-98C5-8E21-DD7489D6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89" y="643466"/>
            <a:ext cx="2511013" cy="5571067"/>
          </a:xfrm>
        </p:spPr>
        <p:txBody>
          <a:bodyPr>
            <a:normAutofit/>
          </a:bodyPr>
          <a:lstStyle/>
          <a:p>
            <a:r>
              <a:rPr lang="en-US" sz="3300" b="1">
                <a:solidFill>
                  <a:schemeClr val="tx1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0E32-F202-A70A-BFB5-0B8A911C0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236" y="643467"/>
            <a:ext cx="3401086" cy="5571066"/>
          </a:xfrm>
        </p:spPr>
        <p:txBody>
          <a:bodyPr anchor="ctr">
            <a:normAutofit/>
          </a:bodyPr>
          <a:lstStyle/>
          <a:p>
            <a:r>
              <a:rPr lang="en-US" sz="1600" b="1" dirty="0"/>
              <a:t>Historical Background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The Indian National Congress</a:t>
            </a:r>
            <a:r>
              <a:rPr lang="en-US" sz="1600" dirty="0"/>
              <a:t> emerged in 1885 as a platform dominated by Hindus.</a:t>
            </a:r>
          </a:p>
          <a:p>
            <a:r>
              <a:rPr lang="en-US" sz="1600" b="1" dirty="0"/>
              <a:t>Muslim concerns: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Hindu Community dominance in politics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Lack of adequate Muslim </a:t>
            </a:r>
            <a:r>
              <a:rPr lang="en-US" sz="1600" dirty="0">
                <a:solidFill>
                  <a:srgbClr val="FF0000"/>
                </a:solidFill>
              </a:rPr>
              <a:t>representation in government jobs and education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Hindi-Urdu </a:t>
            </a:r>
            <a:r>
              <a:rPr lang="en-US" sz="1600" dirty="0">
                <a:solidFill>
                  <a:srgbClr val="FF0000"/>
                </a:solidFill>
              </a:rPr>
              <a:t>Controversy</a:t>
            </a:r>
            <a:r>
              <a:rPr lang="en-US" sz="1600" dirty="0"/>
              <a:t> (1867).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Partition of Bengal</a:t>
            </a:r>
            <a:r>
              <a:rPr lang="en-US" sz="1600" dirty="0"/>
              <a:t> (1905) opposed by Hindus.</a:t>
            </a:r>
          </a:p>
          <a:p>
            <a:r>
              <a:rPr lang="en-US" sz="1600" dirty="0"/>
              <a:t>Muslim leaders felt the need for a </a:t>
            </a:r>
            <a:r>
              <a:rPr lang="en-US" sz="1600" b="1" dirty="0">
                <a:solidFill>
                  <a:srgbClr val="FF0000"/>
                </a:solidFill>
              </a:rPr>
              <a:t>separate political organization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401725" y="6229681"/>
            <a:chExt cx="457200" cy="4572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778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589" y="643466"/>
            <a:ext cx="2511013" cy="5571067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1"/>
                </a:solidFill>
              </a:rPr>
              <a:t>Formation of AIML (1906)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236" y="643467"/>
            <a:ext cx="3401086" cy="5571066"/>
          </a:xfrm>
        </p:spPr>
        <p:txBody>
          <a:bodyPr anchor="ctr">
            <a:normAutofit/>
          </a:bodyPr>
          <a:lstStyle/>
          <a:p>
            <a:endParaRPr lang="en-US" sz="1400" dirty="0"/>
          </a:p>
          <a:p>
            <a:r>
              <a:rPr lang="en-US" sz="1800" b="1" dirty="0">
                <a:latin typeface="Book Antiqua" panose="02040602050305030304" pitchFamily="18" charset="0"/>
              </a:rPr>
              <a:t>Date: </a:t>
            </a:r>
          </a:p>
          <a:p>
            <a:pPr lvl="1"/>
            <a:r>
              <a:rPr lang="en-US" sz="1400" dirty="0"/>
              <a:t>It was established on </a:t>
            </a:r>
            <a:r>
              <a:rPr lang="en-US" sz="1400" dirty="0">
                <a:solidFill>
                  <a:srgbClr val="FF0000"/>
                </a:solidFill>
              </a:rPr>
              <a:t>30th December 1906 at Dhaka.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  <a:latin typeface="Book Antiqua" panose="02040602050305030304" pitchFamily="18" charset="0"/>
              </a:rPr>
              <a:t> Nawab Khwaja Sir </a:t>
            </a:r>
            <a:r>
              <a:rPr lang="en-US" sz="1400" dirty="0" err="1">
                <a:solidFill>
                  <a:srgbClr val="FF0000"/>
                </a:solidFill>
                <a:latin typeface="Book Antiqua" panose="02040602050305030304" pitchFamily="18" charset="0"/>
              </a:rPr>
              <a:t>Salimullah</a:t>
            </a:r>
            <a:r>
              <a:rPr lang="en-US" sz="1400" dirty="0">
                <a:latin typeface="Book Antiqua" panose="02040602050305030304" pitchFamily="18" charset="0"/>
              </a:rPr>
              <a:t> Bahadur </a:t>
            </a:r>
            <a:r>
              <a:rPr lang="en-US" sz="1400" dirty="0">
                <a:solidFill>
                  <a:srgbClr val="FF0000"/>
                </a:solidFill>
                <a:latin typeface="Book Antiqua" panose="02040602050305030304" pitchFamily="18" charset="0"/>
              </a:rPr>
              <a:t>proposed</a:t>
            </a:r>
            <a:r>
              <a:rPr lang="en-US" sz="1400" dirty="0">
                <a:latin typeface="Book Antiqua" panose="02040602050305030304" pitchFamily="18" charset="0"/>
              </a:rPr>
              <a:t> the name </a:t>
            </a:r>
          </a:p>
          <a:p>
            <a:r>
              <a:rPr lang="en-US" sz="1400" b="1" dirty="0"/>
              <a:t>Presided by:</a:t>
            </a:r>
            <a:r>
              <a:rPr lang="en-US" sz="1400" dirty="0"/>
              <a:t> Nawab </a:t>
            </a:r>
            <a:r>
              <a:rPr lang="en-US" sz="1400" dirty="0" err="1"/>
              <a:t>Viqar</a:t>
            </a:r>
            <a:r>
              <a:rPr lang="en-US" sz="1400" dirty="0"/>
              <a:t>-ul-Mulk.</a:t>
            </a:r>
          </a:p>
          <a:p>
            <a:r>
              <a:rPr lang="en-US" sz="1400" b="1" dirty="0"/>
              <a:t>Leading Figures:</a:t>
            </a:r>
            <a:r>
              <a:rPr lang="en-US" sz="1400" dirty="0"/>
              <a:t> </a:t>
            </a:r>
          </a:p>
          <a:p>
            <a:pPr lvl="1"/>
            <a:r>
              <a:rPr lang="en-US" sz="1200" dirty="0"/>
              <a:t>Nawab </a:t>
            </a:r>
            <a:r>
              <a:rPr lang="en-US" sz="1200" dirty="0" err="1"/>
              <a:t>Salimullah</a:t>
            </a:r>
            <a:r>
              <a:rPr lang="en-US" sz="1200" dirty="0"/>
              <a:t> of Dhaka, </a:t>
            </a:r>
          </a:p>
          <a:p>
            <a:pPr lvl="1"/>
            <a:r>
              <a:rPr lang="en-US" sz="1200" dirty="0"/>
              <a:t>Nawab Mohsin-ul-Mulk, </a:t>
            </a:r>
          </a:p>
          <a:p>
            <a:pPr lvl="1"/>
            <a:r>
              <a:rPr lang="en-US" sz="1200" dirty="0"/>
              <a:t>Nawab </a:t>
            </a:r>
            <a:r>
              <a:rPr lang="en-US" sz="1200" dirty="0" err="1"/>
              <a:t>Viqar</a:t>
            </a:r>
            <a:r>
              <a:rPr lang="en-US" sz="1200" dirty="0"/>
              <a:t>-ul-Mulk, </a:t>
            </a:r>
          </a:p>
          <a:p>
            <a:pPr lvl="1"/>
            <a:r>
              <a:rPr lang="en-US" sz="1200" dirty="0"/>
              <a:t>Aga Khan, etc.</a:t>
            </a:r>
          </a:p>
          <a:p>
            <a:r>
              <a:rPr lang="en-US" sz="1400" b="1" dirty="0"/>
              <a:t>Objectives:</a:t>
            </a:r>
            <a:endParaRPr lang="en-US" sz="1400" dirty="0"/>
          </a:p>
          <a:p>
            <a:pPr lvl="1"/>
            <a:r>
              <a:rPr lang="en-US" sz="1400" dirty="0"/>
              <a:t>Protect and advance the </a:t>
            </a:r>
            <a:r>
              <a:rPr lang="en-US" sz="1400" dirty="0">
                <a:solidFill>
                  <a:srgbClr val="FF0000"/>
                </a:solidFill>
              </a:rPr>
              <a:t>political rights</a:t>
            </a:r>
            <a:r>
              <a:rPr lang="en-US" sz="1400" dirty="0"/>
              <a:t> of Muslims in India.</a:t>
            </a:r>
          </a:p>
          <a:p>
            <a:pPr lvl="1"/>
            <a:r>
              <a:rPr lang="en-US" sz="1400" dirty="0"/>
              <a:t>Promote </a:t>
            </a:r>
            <a:r>
              <a:rPr lang="en-US" sz="1400" dirty="0">
                <a:solidFill>
                  <a:srgbClr val="FF0000"/>
                </a:solidFill>
              </a:rPr>
              <a:t>loyalty to the British</a:t>
            </a:r>
            <a:r>
              <a:rPr lang="en-US" sz="1400" dirty="0"/>
              <a:t> Crown.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Prevent hostility</a:t>
            </a:r>
            <a:r>
              <a:rPr lang="en-US" sz="1400" dirty="0"/>
              <a:t> between Muslims and other communities.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401725" y="6229681"/>
            <a:chExt cx="457200" cy="4572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589" y="643466"/>
            <a:ext cx="2511013" cy="5571067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</a:rPr>
              <a:t>Early Role (1906–1930)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236" y="643467"/>
            <a:ext cx="3401086" cy="5571066"/>
          </a:xfrm>
        </p:spPr>
        <p:txBody>
          <a:bodyPr anchor="ctr"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It </a:t>
            </a:r>
            <a:r>
              <a:rPr lang="en-US" sz="1600" dirty="0">
                <a:solidFill>
                  <a:srgbClr val="FF0000"/>
                </a:solidFill>
              </a:rPr>
              <a:t>supported the Simla </a:t>
            </a:r>
            <a:r>
              <a:rPr lang="en-US" sz="1600" dirty="0"/>
              <a:t>Deputation (1906).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It helped secure Separate Electorates</a:t>
            </a:r>
            <a:r>
              <a:rPr lang="en-US" sz="1600" b="1" dirty="0"/>
              <a:t> </a:t>
            </a:r>
            <a:r>
              <a:rPr lang="en-US" sz="1600" dirty="0"/>
              <a:t>(Minto-Morley Reforms 1909).</a:t>
            </a:r>
          </a:p>
          <a:p>
            <a:r>
              <a:rPr lang="en-US" sz="1600" dirty="0"/>
              <a:t>It acted as a </a:t>
            </a:r>
            <a:r>
              <a:rPr lang="en-US" sz="1600" dirty="0">
                <a:solidFill>
                  <a:srgbClr val="FF0000"/>
                </a:solidFill>
              </a:rPr>
              <a:t>moderate political </a:t>
            </a:r>
            <a:r>
              <a:rPr lang="en-US" sz="1600" dirty="0"/>
              <a:t>body.</a:t>
            </a:r>
          </a:p>
          <a:p>
            <a:r>
              <a:rPr lang="en-US" sz="1600" dirty="0"/>
              <a:t>Initially </a:t>
            </a:r>
            <a:r>
              <a:rPr lang="en-US" sz="1600" dirty="0">
                <a:solidFill>
                  <a:srgbClr val="FF0000"/>
                </a:solidFill>
              </a:rPr>
              <a:t>loyal to the British</a:t>
            </a:r>
            <a:r>
              <a:rPr lang="en-US" sz="1600" dirty="0"/>
              <a:t> government.</a:t>
            </a:r>
          </a:p>
          <a:p>
            <a:endParaRPr lang="en-US" sz="16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401725" y="6229681"/>
            <a:chExt cx="457200" cy="4572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589" y="643466"/>
            <a:ext cx="2511013" cy="5571067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</a:rPr>
              <a:t>Role of aiml under Jinnah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236" y="643467"/>
            <a:ext cx="3401086" cy="5571066"/>
          </a:xfrm>
        </p:spPr>
        <p:txBody>
          <a:bodyPr anchor="ctr">
            <a:normAutofit fontScale="92500"/>
          </a:bodyPr>
          <a:lstStyle/>
          <a:p>
            <a:endParaRPr lang="en-US" sz="1800" dirty="0"/>
          </a:p>
          <a:p>
            <a:r>
              <a:rPr lang="en-US" sz="1800" b="1" dirty="0"/>
              <a:t>Muhammad Ali Jinna</a:t>
            </a:r>
          </a:p>
          <a:p>
            <a:pPr lvl="1"/>
            <a:r>
              <a:rPr lang="en-US" sz="1600" b="1" dirty="0"/>
              <a:t>He </a:t>
            </a:r>
            <a:r>
              <a:rPr lang="en-US" sz="1600" dirty="0"/>
              <a:t>joined the </a:t>
            </a:r>
            <a:r>
              <a:rPr lang="en-US" sz="1600" dirty="0">
                <a:solidFill>
                  <a:srgbClr val="FF0000"/>
                </a:solidFill>
              </a:rPr>
              <a:t>League in 1913.</a:t>
            </a:r>
          </a:p>
          <a:p>
            <a:r>
              <a:rPr lang="en-US" sz="1800" dirty="0"/>
              <a:t>Lucknow Pact: </a:t>
            </a:r>
          </a:p>
          <a:p>
            <a:pPr lvl="1"/>
            <a:r>
              <a:rPr lang="en-US" sz="1600" dirty="0"/>
              <a:t>Initially known as an </a:t>
            </a:r>
            <a:r>
              <a:rPr lang="en-US" sz="1600" dirty="0">
                <a:solidFill>
                  <a:srgbClr val="FF0000"/>
                </a:solidFill>
              </a:rPr>
              <a:t>ambassador of Hindu-Muslim unity </a:t>
            </a:r>
            <a:r>
              <a:rPr lang="en-US" sz="1600" dirty="0"/>
              <a:t>(Lucknow Pact, 1916).</a:t>
            </a:r>
          </a:p>
          <a:p>
            <a:r>
              <a:rPr lang="en-US" sz="1800" dirty="0"/>
              <a:t>Jinnah’s 14 Points: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After the Nehru Report (1928) </a:t>
            </a:r>
            <a:r>
              <a:rPr lang="en-US" sz="1600" dirty="0"/>
              <a:t>and the failure of Hindu-Muslim unity, Jinnah reoriented AIML toward Muslim nationalism.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Rejection </a:t>
            </a:r>
            <a:r>
              <a:rPr lang="en-US" sz="1800" dirty="0"/>
              <a:t>of Congress policies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“one nation, one culture.”</a:t>
            </a:r>
          </a:p>
          <a:p>
            <a:r>
              <a:rPr lang="en-US" sz="1800" dirty="0">
                <a:solidFill>
                  <a:srgbClr val="FF0000"/>
                </a:solidFill>
              </a:rPr>
              <a:t>1940: Lahore Resolution:</a:t>
            </a:r>
          </a:p>
          <a:p>
            <a:pPr lvl="1"/>
            <a:r>
              <a:rPr lang="en-US" sz="1600" dirty="0"/>
              <a:t>demand for Pakistan.</a:t>
            </a:r>
          </a:p>
          <a:p>
            <a:r>
              <a:rPr lang="en-US" sz="1800" dirty="0"/>
              <a:t>1945–46 Elections: 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AIML won almost all Muslim seats.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401725" y="6229681"/>
            <a:chExt cx="457200" cy="4572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589" y="643466"/>
            <a:ext cx="2511013" cy="5571067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236" y="643467"/>
            <a:ext cx="3401086" cy="5571066"/>
          </a:xfrm>
        </p:spPr>
        <p:txBody>
          <a:bodyPr anchor="ctr">
            <a:normAutofit/>
          </a:bodyPr>
          <a:lstStyle/>
          <a:p>
            <a:endParaRPr lang="en-US" sz="1600"/>
          </a:p>
          <a:p>
            <a:r>
              <a:rPr lang="en-US" sz="1600"/>
              <a:t>AIML evolved from elite group to mass movement.</a:t>
            </a:r>
          </a:p>
          <a:p>
            <a:r>
              <a:rPr lang="en-US" sz="1600"/>
              <a:t>Central role in creation of Pakistan.</a:t>
            </a:r>
          </a:p>
          <a:p>
            <a:r>
              <a:rPr lang="en-US" sz="1600"/>
              <a:t>Organized Muslims politically and constitutionally.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401725" y="6229681"/>
            <a:chExt cx="457200" cy="4572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endParaRPr/>
          </a:p>
          <a:p>
            <a:r>
              <a:t>Aziz, K.K. The Making of Pakistan.</a:t>
            </a:r>
          </a:p>
          <a:p>
            <a:r>
              <a:t>Jalal, Ayesha. The Sole Spokesman.</a:t>
            </a:r>
          </a:p>
          <a:p>
            <a:r>
              <a:t>Ikram, S.M. Modern Muslim India and the Birth of Pakistan.</a:t>
            </a:r>
          </a:p>
          <a:p>
            <a:r>
              <a:t>Wolpert, Stanley. Jinnah of Pakistan.</a:t>
            </a:r>
          </a:p>
          <a:p>
            <a:r>
              <a:t>Khaliquzzaman, Pathway to Pakistan.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9141492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oks, pens, and a wall clock">
            <a:extLst>
              <a:ext uri="{FF2B5EF4-FFF2-40B4-BE49-F238E27FC236}">
                <a16:creationId xmlns:a16="http://schemas.microsoft.com/office/drawing/2014/main" id="{DCD9367C-4A09-5A59-F197-75DF8F62A7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553" r="9146"/>
          <a:stretch>
            <a:fillRect/>
          </a:stretch>
        </p:blipFill>
        <p:spPr>
          <a:xfrm>
            <a:off x="2508" y="10"/>
            <a:ext cx="348504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581" y="2121408"/>
            <a:ext cx="5047707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/>
              <a:t>Thank you for your time and attention!</a:t>
            </a:r>
          </a:p>
          <a:p>
            <a:endParaRPr lang="en-US" sz="1600" b="1"/>
          </a:p>
          <a:p>
            <a:pPr marL="0" indent="0">
              <a:buNone/>
            </a:pPr>
            <a:endParaRPr lang="en-US" sz="1600" b="1"/>
          </a:p>
          <a:p>
            <a:pPr marL="0" indent="0">
              <a:buNone/>
            </a:pPr>
            <a:r>
              <a:rPr lang="en-US" sz="1600" b="1"/>
              <a:t>Hopefully, I will see you in the next class. Until then, take care, &amp; have a great day!</a:t>
            </a:r>
          </a:p>
          <a:p>
            <a:endParaRPr lang="en-US" sz="1600" b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1350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61</TotalTime>
  <Words>460</Words>
  <Application>Microsoft Office PowerPoint</Application>
  <PresentationFormat>On-screen Show (4:3)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Book Antiqua</vt:lpstr>
      <vt:lpstr>Calibri</vt:lpstr>
      <vt:lpstr>Rockwell</vt:lpstr>
      <vt:lpstr>Rockwell Condensed</vt:lpstr>
      <vt:lpstr>Rockwell Extra Bold</vt:lpstr>
      <vt:lpstr>Wingdings</vt:lpstr>
      <vt:lpstr>Wood Type</vt:lpstr>
      <vt:lpstr>Formation and Role of AIML in the Pakistan Movement</vt:lpstr>
      <vt:lpstr>Introduction</vt:lpstr>
      <vt:lpstr>Background</vt:lpstr>
      <vt:lpstr>Formation of AIML (1906)</vt:lpstr>
      <vt:lpstr>Early Role (1906–1930)</vt:lpstr>
      <vt:lpstr>Role of aiml under Jinnah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PMLS</cp:lastModifiedBy>
  <cp:revision>10</cp:revision>
  <dcterms:created xsi:type="dcterms:W3CDTF">2013-01-27T09:14:16Z</dcterms:created>
  <dcterms:modified xsi:type="dcterms:W3CDTF">2025-09-15T06:17:41Z</dcterms:modified>
  <cp:category/>
</cp:coreProperties>
</file>