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2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9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5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5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9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6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2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F7C8FC2-D315-4C72-9695-42C360EA1505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EFD131B-7AA3-4A72-8712-17251722D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4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7D77A-71AE-13D5-FDC3-DBC024FFB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b="1" dirty="0"/>
              <a:t>Partition of Bengal 1905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910F2-D570-4BC8-C177-70F76B092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Habib Ali </a:t>
            </a:r>
          </a:p>
        </p:txBody>
      </p:sp>
    </p:spTree>
    <p:extLst>
      <p:ext uri="{BB962C8B-B14F-4D97-AF65-F5344CB8AC3E}">
        <p14:creationId xmlns:p14="http://schemas.microsoft.com/office/powerpoint/2010/main" val="424262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D8FA2EA-EB6A-62C3-0829-2101FAE3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43B93-65E9-C122-EC9E-58A9660CB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US" dirty="0"/>
              <a:t>Partition of Bengal announced by Lord Curzon in </a:t>
            </a:r>
            <a:r>
              <a:rPr lang="en-US" b="1" dirty="0"/>
              <a:t>1905</a:t>
            </a:r>
            <a:r>
              <a:rPr lang="en-US" dirty="0"/>
              <a:t>.</a:t>
            </a:r>
          </a:p>
          <a:p>
            <a:r>
              <a:rPr lang="en-US" dirty="0"/>
              <a:t>Divided Bengal into </a:t>
            </a:r>
            <a:r>
              <a:rPr lang="en-US" b="1" dirty="0"/>
              <a:t>Eastern Bengal &amp; Assam (Muslim-majority)</a:t>
            </a:r>
            <a:r>
              <a:rPr lang="en-US" dirty="0"/>
              <a:t> and </a:t>
            </a:r>
            <a:r>
              <a:rPr lang="en-US" b="1" dirty="0"/>
              <a:t>Western Bengal (Hindu-majority)</a:t>
            </a:r>
            <a:r>
              <a:rPr lang="en-US" dirty="0"/>
              <a:t>.</a:t>
            </a:r>
          </a:p>
          <a:p>
            <a:r>
              <a:rPr lang="en-US" dirty="0"/>
              <a:t>First major event shaping </a:t>
            </a:r>
            <a:r>
              <a:rPr lang="en-US" b="1" dirty="0"/>
              <a:t>Muslim political consciousness</a:t>
            </a:r>
            <a:r>
              <a:rPr lang="en-US" dirty="0"/>
              <a:t> in British India.</a:t>
            </a:r>
          </a:p>
          <a:p>
            <a:r>
              <a:rPr lang="en-US" b="1" dirty="0"/>
              <a:t>Key Personalities</a:t>
            </a:r>
          </a:p>
          <a:p>
            <a:pPr lvl="1"/>
            <a:r>
              <a:rPr lang="en-US" b="1" dirty="0"/>
              <a:t>Lord Curzon</a:t>
            </a:r>
            <a:r>
              <a:rPr lang="en-US" dirty="0"/>
              <a:t> – architect of partition.</a:t>
            </a:r>
          </a:p>
          <a:p>
            <a:pPr lvl="1"/>
            <a:r>
              <a:rPr lang="en-US" b="1" dirty="0"/>
              <a:t>Nawab </a:t>
            </a:r>
            <a:r>
              <a:rPr lang="en-US" b="1" dirty="0" err="1"/>
              <a:t>Salimullah</a:t>
            </a:r>
            <a:r>
              <a:rPr lang="en-US" b="1" dirty="0"/>
              <a:t> of Dhaka</a:t>
            </a:r>
            <a:r>
              <a:rPr lang="en-US" dirty="0"/>
              <a:t> – supported partition, mobilized Muslims.</a:t>
            </a:r>
          </a:p>
          <a:p>
            <a:pPr lvl="1"/>
            <a:r>
              <a:rPr lang="en-US" b="1" dirty="0"/>
              <a:t>Rabindranath Tagore &amp; Surendranath Banerjee</a:t>
            </a:r>
            <a:r>
              <a:rPr lang="en-US" dirty="0"/>
              <a:t> – Hindu opposition leaders.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9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B783A5-1C34-F3F8-86B1-33A624FE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Bengal Before Partition</a:t>
            </a:r>
            <a:br>
              <a:rPr lang="en-US" sz="3000" b="1">
                <a:solidFill>
                  <a:srgbClr val="FFFFFF"/>
                </a:solidFill>
              </a:rPr>
            </a:b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9FEB0-5727-3C9A-7699-14A6439E8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US" dirty="0"/>
              <a:t>Bengal = </a:t>
            </a:r>
            <a:r>
              <a:rPr lang="en-US" b="1" dirty="0"/>
              <a:t>Largest province</a:t>
            </a:r>
            <a:r>
              <a:rPr lang="en-US" dirty="0"/>
              <a:t> of British India (80 million people).</a:t>
            </a:r>
          </a:p>
          <a:p>
            <a:r>
              <a:rPr lang="en-US" dirty="0"/>
              <a:t>Administrative inefficiency due to </a:t>
            </a:r>
            <a:r>
              <a:rPr lang="en-US" b="1" dirty="0"/>
              <a:t>size &amp; population</a:t>
            </a:r>
            <a:r>
              <a:rPr lang="en-US" dirty="0"/>
              <a:t>.</a:t>
            </a:r>
          </a:p>
          <a:p>
            <a:r>
              <a:rPr lang="en-US" dirty="0"/>
              <a:t>Hindus (bhadralok class) dominated administration, trade, and education.</a:t>
            </a:r>
          </a:p>
          <a:p>
            <a:r>
              <a:rPr lang="en-US" dirty="0"/>
              <a:t>Muslims largely rural, poor, and marginalized.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0421B9-B740-2601-8FFD-26005E026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Causes of Partition</a:t>
            </a:r>
            <a:br>
              <a:rPr lang="en-US" sz="3000" b="1">
                <a:solidFill>
                  <a:srgbClr val="FFFFFF"/>
                </a:solidFill>
              </a:rPr>
            </a:b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B6371-0D8F-CC54-6E9D-1E054E220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US" b="1" dirty="0"/>
              <a:t>Administrative Reasons</a:t>
            </a:r>
            <a:endParaRPr lang="en-US" dirty="0"/>
          </a:p>
          <a:p>
            <a:pPr lvl="1"/>
            <a:r>
              <a:rPr lang="en-US" dirty="0"/>
              <a:t>Difficult to govern vast Bengal.</a:t>
            </a:r>
          </a:p>
          <a:p>
            <a:pPr lvl="1"/>
            <a:r>
              <a:rPr lang="en-US" dirty="0"/>
              <a:t>Curzon’s justification: efficient administration.</a:t>
            </a:r>
          </a:p>
          <a:p>
            <a:r>
              <a:rPr lang="en-US" b="1" dirty="0"/>
              <a:t>Political Reasons</a:t>
            </a:r>
            <a:endParaRPr lang="en-US" dirty="0"/>
          </a:p>
          <a:p>
            <a:pPr lvl="1"/>
            <a:r>
              <a:rPr lang="en-US" dirty="0"/>
              <a:t>Hindus dominating politics &amp; economy.</a:t>
            </a:r>
          </a:p>
          <a:p>
            <a:pPr lvl="1"/>
            <a:r>
              <a:rPr lang="en-US" dirty="0"/>
              <a:t>Muslims disadvantaged; Curzon wanted to balance power.</a:t>
            </a:r>
          </a:p>
          <a:p>
            <a:r>
              <a:rPr lang="en-US" b="1" dirty="0"/>
              <a:t>Socio-Economic Angle</a:t>
            </a:r>
            <a:endParaRPr lang="en-US" dirty="0"/>
          </a:p>
          <a:p>
            <a:pPr lvl="1"/>
            <a:r>
              <a:rPr lang="en-US" dirty="0"/>
              <a:t>Eastern Bengal = Muslim majority (needed representation).</a:t>
            </a:r>
          </a:p>
          <a:p>
            <a:pPr lvl="1"/>
            <a:r>
              <a:rPr lang="en-US" dirty="0"/>
              <a:t>Curzon aimed to </a:t>
            </a:r>
            <a:r>
              <a:rPr lang="en-US" b="1" dirty="0"/>
              <a:t>empower Muslims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2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133A5-AB31-3188-3ED3-2A589C4B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Reaction to the partition</a:t>
            </a:r>
            <a:br>
              <a:rPr lang="en-US" sz="3000" b="1">
                <a:solidFill>
                  <a:srgbClr val="FFFFFF"/>
                </a:solidFill>
              </a:rPr>
            </a:b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C6FF-6AD4-5F2F-49A8-702107D73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US" b="1" dirty="0"/>
              <a:t>Reaction of Hindus</a:t>
            </a:r>
            <a:endParaRPr lang="en-US" dirty="0"/>
          </a:p>
          <a:p>
            <a:pPr lvl="1"/>
            <a:r>
              <a:rPr lang="en-US" dirty="0"/>
              <a:t>Strong opposition from </a:t>
            </a:r>
            <a:r>
              <a:rPr lang="en-US" b="1" dirty="0"/>
              <a:t>Indian National Congress &amp; Hindu leaders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Saw it as a “</a:t>
            </a:r>
            <a:r>
              <a:rPr lang="en-US" b="1" dirty="0"/>
              <a:t>divide and rule</a:t>
            </a:r>
            <a:r>
              <a:rPr lang="en-US" dirty="0"/>
              <a:t>” policy.</a:t>
            </a:r>
          </a:p>
          <a:p>
            <a:pPr lvl="1"/>
            <a:r>
              <a:rPr lang="en-US" dirty="0"/>
              <a:t>Launch of </a:t>
            </a:r>
            <a:r>
              <a:rPr lang="en-US" b="1" dirty="0"/>
              <a:t>Swadeshi Movement (1905)</a:t>
            </a:r>
            <a:r>
              <a:rPr lang="en-US" dirty="0"/>
              <a:t> – boycotts of British goods, protests, strikes.</a:t>
            </a:r>
          </a:p>
          <a:p>
            <a:pPr lvl="1"/>
            <a:r>
              <a:rPr lang="en-US" dirty="0"/>
              <a:t>Hindu press: “Attack on Bengali unity.”</a:t>
            </a:r>
          </a:p>
          <a:p>
            <a:r>
              <a:rPr lang="en-US" b="1" dirty="0"/>
              <a:t>Reaction of Muslims</a:t>
            </a:r>
          </a:p>
          <a:p>
            <a:pPr lvl="1"/>
            <a:r>
              <a:rPr lang="en-US" dirty="0"/>
              <a:t>Generally </a:t>
            </a:r>
            <a:r>
              <a:rPr lang="en-US" b="1" dirty="0"/>
              <a:t>welcomed partition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First time Muslims got </a:t>
            </a:r>
            <a:r>
              <a:rPr lang="en-US" b="1" dirty="0"/>
              <a:t>majority province (Eastern Bengal &amp; Assam)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Emergence of </a:t>
            </a:r>
            <a:r>
              <a:rPr lang="en-US" b="1" dirty="0"/>
              <a:t>Muslim political awakening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Supported by </a:t>
            </a:r>
            <a:r>
              <a:rPr lang="en-US" b="1" dirty="0"/>
              <a:t>Nawab </a:t>
            </a:r>
            <a:r>
              <a:rPr lang="en-US" b="1" dirty="0" err="1"/>
              <a:t>Salimullah</a:t>
            </a:r>
            <a:r>
              <a:rPr lang="en-US" b="1" dirty="0"/>
              <a:t> of Dhaka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Led to the foundation of </a:t>
            </a:r>
            <a:r>
              <a:rPr lang="en-US" b="1" dirty="0"/>
              <a:t>All India Muslim League (1906)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1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0BFF7B-A159-D811-50CA-FF520B4C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Significance of Partition for Muslims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22DE1-4F7B-0E28-F9BA-8CF56C7CB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US" dirty="0"/>
              <a:t>Muslims realized </a:t>
            </a:r>
            <a:r>
              <a:rPr lang="en-US" b="1" dirty="0"/>
              <a:t>separate political identity</a:t>
            </a:r>
            <a:r>
              <a:rPr lang="en-US" dirty="0"/>
              <a:t>.</a:t>
            </a:r>
          </a:p>
          <a:p>
            <a:r>
              <a:rPr lang="en-US" dirty="0"/>
              <a:t>Recognition that their interests were different from Hindus.</a:t>
            </a:r>
          </a:p>
          <a:p>
            <a:r>
              <a:rPr lang="en-US" dirty="0"/>
              <a:t>Partition laid foundation for the </a:t>
            </a:r>
            <a:r>
              <a:rPr lang="en-US" b="1" dirty="0"/>
              <a:t>Two-Nation Theory</a:t>
            </a:r>
            <a:r>
              <a:rPr lang="en-US" dirty="0"/>
              <a:t>.</a:t>
            </a:r>
          </a:p>
          <a:p>
            <a:r>
              <a:rPr lang="en-US" dirty="0"/>
              <a:t>Direct link to creation of Muslim League in Dhaka (1906).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89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ED3C8A-6576-358C-E3FB-CDE0FFF62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</a:rPr>
              <a:t>Annulment of Partition (1911)</a:t>
            </a:r>
            <a:br>
              <a:rPr lang="en-US" sz="3000" b="1">
                <a:solidFill>
                  <a:srgbClr val="FFFFFF"/>
                </a:solidFill>
              </a:rPr>
            </a:b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57B6-C830-71A3-C5C2-E43167D8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US" dirty="0"/>
              <a:t>Hindu agitation, boycotts, and unrest forced British to annul partition.</a:t>
            </a:r>
          </a:p>
          <a:p>
            <a:r>
              <a:rPr lang="en-US" dirty="0"/>
              <a:t>Eastern Bengal merged back into Bengal.</a:t>
            </a:r>
          </a:p>
          <a:p>
            <a:r>
              <a:rPr lang="en-US" dirty="0"/>
              <a:t>Muslims </a:t>
            </a:r>
            <a:r>
              <a:rPr lang="en-US" b="1" dirty="0"/>
              <a:t>deeply disappointed</a:t>
            </a:r>
            <a:r>
              <a:rPr lang="en-US" dirty="0"/>
              <a:t> – realization that Hindus opposed Muslim empowerment.</a:t>
            </a:r>
          </a:p>
          <a:p>
            <a:r>
              <a:rPr lang="en-US" dirty="0"/>
              <a:t>This disappointment </a:t>
            </a:r>
            <a:r>
              <a:rPr lang="en-US" b="1" dirty="0"/>
              <a:t>strengthened Muslim nationalism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5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B1ABC-27B6-35A8-91D8-48839C2A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7D0A8-4CE6-7848-67C5-24C1E6CBE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US" dirty="0"/>
              <a:t>Partition of Bengal = turning point in Indian politics.</a:t>
            </a:r>
          </a:p>
          <a:p>
            <a:r>
              <a:rPr lang="en-US" dirty="0"/>
              <a:t>Showed </a:t>
            </a:r>
            <a:r>
              <a:rPr lang="en-US" b="1" dirty="0"/>
              <a:t>administrative decisions had deep communal implications</a:t>
            </a:r>
            <a:r>
              <a:rPr lang="en-US" dirty="0"/>
              <a:t>.</a:t>
            </a:r>
          </a:p>
          <a:p>
            <a:r>
              <a:rPr lang="en-US" dirty="0"/>
              <a:t>Hindu-Muslim divide became sharper.</a:t>
            </a:r>
          </a:p>
          <a:p>
            <a:r>
              <a:rPr lang="en-US" dirty="0"/>
              <a:t>Laid foundation for </a:t>
            </a:r>
            <a:r>
              <a:rPr lang="en-US" b="1" dirty="0"/>
              <a:t>Muslim identity politics</a:t>
            </a:r>
            <a:r>
              <a:rPr lang="en-US" dirty="0"/>
              <a:t>, leading towards Pakistan.</a:t>
            </a:r>
          </a:p>
          <a:p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32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A45E-C95C-DCE5-939A-1B6CCE9A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Recommended Readings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F774E-5A9F-577A-8924-D3057E7C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Aziz, K.K. </a:t>
            </a:r>
            <a:r>
              <a:rPr lang="en-US" i="1" dirty="0"/>
              <a:t>The Making of Pakistan</a:t>
            </a:r>
            <a:r>
              <a:rPr lang="en-US" dirty="0"/>
              <a:t> (1976).</a:t>
            </a:r>
          </a:p>
          <a:p>
            <a:r>
              <a:rPr lang="en-US" dirty="0"/>
              <a:t>Choudhury, G.W. </a:t>
            </a:r>
            <a:r>
              <a:rPr lang="en-US" i="1" dirty="0"/>
              <a:t>The Last Days of United Pakistan</a:t>
            </a:r>
            <a:r>
              <a:rPr lang="en-US" dirty="0"/>
              <a:t> (1969).</a:t>
            </a:r>
          </a:p>
          <a:p>
            <a:r>
              <a:rPr lang="en-US" dirty="0"/>
              <a:t>Jalal, A. </a:t>
            </a:r>
            <a:r>
              <a:rPr lang="en-US" i="1" dirty="0"/>
              <a:t>The Sole Spokesman: Jinnah, the Muslim League, and the Demand for Pakistan</a:t>
            </a:r>
            <a:r>
              <a:rPr lang="en-US" dirty="0"/>
              <a:t> (1985).</a:t>
            </a:r>
          </a:p>
          <a:p>
            <a:r>
              <a:rPr lang="en-US" dirty="0"/>
              <a:t>Hardy, P. </a:t>
            </a:r>
            <a:r>
              <a:rPr lang="en-US" i="1" dirty="0"/>
              <a:t>The Muslims of British India</a:t>
            </a:r>
            <a:r>
              <a:rPr lang="en-US" dirty="0"/>
              <a:t> (1972).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646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</TotalTime>
  <Words>456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Rockwell</vt:lpstr>
      <vt:lpstr>Rockwell Condensed</vt:lpstr>
      <vt:lpstr>Rockwell Extra Bold</vt:lpstr>
      <vt:lpstr>Wingdings</vt:lpstr>
      <vt:lpstr>Wood Type</vt:lpstr>
      <vt:lpstr>Partition of Bengal 1905</vt:lpstr>
      <vt:lpstr>Introduction</vt:lpstr>
      <vt:lpstr>Bengal Before Partition </vt:lpstr>
      <vt:lpstr>Causes of Partition </vt:lpstr>
      <vt:lpstr>Reaction to the partition </vt:lpstr>
      <vt:lpstr>Significance of Partition for Muslims</vt:lpstr>
      <vt:lpstr>Annulment of Partition (1911) </vt:lpstr>
      <vt:lpstr>Conclusion </vt:lpstr>
      <vt:lpstr>Recommended Readings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PMLS</dc:creator>
  <cp:lastModifiedBy>PMLS</cp:lastModifiedBy>
  <cp:revision>2</cp:revision>
  <dcterms:created xsi:type="dcterms:W3CDTF">2025-08-26T08:45:13Z</dcterms:created>
  <dcterms:modified xsi:type="dcterms:W3CDTF">2025-08-26T08:55:07Z</dcterms:modified>
</cp:coreProperties>
</file>