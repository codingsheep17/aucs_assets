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3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99F944-6846-4780-AB6B-8899C4FD931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C715EEB-C9D9-4A37-A07A-937F70023366}">
      <dgm:prSet/>
      <dgm:spPr/>
      <dgm:t>
        <a:bodyPr/>
        <a:lstStyle/>
        <a:p>
          <a:r>
            <a:rPr lang="en-US"/>
            <a:t>In 1937, Indian </a:t>
          </a:r>
          <a:r>
            <a:rPr lang="en-US" b="1" u="sng"/>
            <a:t>provincial elections </a:t>
          </a:r>
          <a:r>
            <a:rPr lang="en-US"/>
            <a:t>were held under the provisions of the </a:t>
          </a:r>
          <a:r>
            <a:rPr lang="en-US" b="1" u="sng"/>
            <a:t>Government of India Act of 1935.</a:t>
          </a:r>
          <a:endParaRPr lang="en-US"/>
        </a:p>
      </dgm:t>
    </dgm:pt>
    <dgm:pt modelId="{67BA6B5B-5AE8-4031-9CE3-0B0621A573DA}" type="parTrans" cxnId="{023E58F1-D277-4D08-A821-9C49EA25D2FD}">
      <dgm:prSet/>
      <dgm:spPr/>
      <dgm:t>
        <a:bodyPr/>
        <a:lstStyle/>
        <a:p>
          <a:endParaRPr lang="en-US"/>
        </a:p>
      </dgm:t>
    </dgm:pt>
    <dgm:pt modelId="{4EEF89FF-C5EA-4E16-8E48-79D4B166BF6B}" type="sibTrans" cxnId="{023E58F1-D277-4D08-A821-9C49EA25D2FD}">
      <dgm:prSet/>
      <dgm:spPr/>
      <dgm:t>
        <a:bodyPr/>
        <a:lstStyle/>
        <a:p>
          <a:endParaRPr lang="en-US"/>
        </a:p>
      </dgm:t>
    </dgm:pt>
    <dgm:pt modelId="{33011F77-E61A-4B65-91D7-92C5A617BB9E}">
      <dgm:prSet/>
      <dgm:spPr/>
      <dgm:t>
        <a:bodyPr/>
        <a:lstStyle/>
        <a:p>
          <a:r>
            <a:rPr lang="en-US"/>
            <a:t>The elections were a watershed moment in Indian history, as they marked the first time that Indians had the right to vote for their own representatives.</a:t>
          </a:r>
        </a:p>
      </dgm:t>
    </dgm:pt>
    <dgm:pt modelId="{2EEF2820-010D-4C35-8614-DE2B963A7401}" type="parTrans" cxnId="{484340F9-5A37-4A88-AC89-074C2D80B1E8}">
      <dgm:prSet/>
      <dgm:spPr/>
      <dgm:t>
        <a:bodyPr/>
        <a:lstStyle/>
        <a:p>
          <a:endParaRPr lang="en-US"/>
        </a:p>
      </dgm:t>
    </dgm:pt>
    <dgm:pt modelId="{88679414-8DCA-4208-8F88-842198A00803}" type="sibTrans" cxnId="{484340F9-5A37-4A88-AC89-074C2D80B1E8}">
      <dgm:prSet/>
      <dgm:spPr/>
      <dgm:t>
        <a:bodyPr/>
        <a:lstStyle/>
        <a:p>
          <a:endParaRPr lang="en-US"/>
        </a:p>
      </dgm:t>
    </dgm:pt>
    <dgm:pt modelId="{3C0EB134-2403-420B-BE5E-EA39384580E7}">
      <dgm:prSet/>
      <dgm:spPr/>
      <dgm:t>
        <a:bodyPr/>
        <a:lstStyle/>
        <a:p>
          <a:r>
            <a:rPr lang="en-US"/>
            <a:t>The elections were contested by a number of political parties, including the </a:t>
          </a:r>
          <a:r>
            <a:rPr lang="en-US" b="1" u="sng"/>
            <a:t>Indian National Congress (INC), the Muslim League, and the Hindu Mahasabha (</a:t>
          </a:r>
          <a:r>
            <a:rPr lang="en-US"/>
            <a:t>Vinayak Damodar Savarkar)</a:t>
          </a:r>
        </a:p>
      </dgm:t>
    </dgm:pt>
    <dgm:pt modelId="{0375BD5F-D6D7-4170-88C3-0B5077673B6E}" type="parTrans" cxnId="{EED0AB7F-CFB7-447D-AED8-36C5737A7D8F}">
      <dgm:prSet/>
      <dgm:spPr/>
      <dgm:t>
        <a:bodyPr/>
        <a:lstStyle/>
        <a:p>
          <a:endParaRPr lang="en-US"/>
        </a:p>
      </dgm:t>
    </dgm:pt>
    <dgm:pt modelId="{6F74EAB4-1A60-4DFF-A5C1-44FF61581182}" type="sibTrans" cxnId="{EED0AB7F-CFB7-447D-AED8-36C5737A7D8F}">
      <dgm:prSet/>
      <dgm:spPr/>
      <dgm:t>
        <a:bodyPr/>
        <a:lstStyle/>
        <a:p>
          <a:endParaRPr lang="en-US"/>
        </a:p>
      </dgm:t>
    </dgm:pt>
    <dgm:pt modelId="{71E68ED8-489F-4688-9B09-940A8B9637EA}" type="pres">
      <dgm:prSet presAssocID="{8B99F944-6846-4780-AB6B-8899C4FD931E}" presName="vert0" presStyleCnt="0">
        <dgm:presLayoutVars>
          <dgm:dir/>
          <dgm:animOne val="branch"/>
          <dgm:animLvl val="lvl"/>
        </dgm:presLayoutVars>
      </dgm:prSet>
      <dgm:spPr/>
    </dgm:pt>
    <dgm:pt modelId="{B568DBC7-E050-4667-971C-1D0FEBDCA471}" type="pres">
      <dgm:prSet presAssocID="{9C715EEB-C9D9-4A37-A07A-937F70023366}" presName="thickLine" presStyleLbl="alignNode1" presStyleIdx="0" presStyleCnt="3"/>
      <dgm:spPr/>
    </dgm:pt>
    <dgm:pt modelId="{C6C9FC44-CD63-485F-912F-A9200C567964}" type="pres">
      <dgm:prSet presAssocID="{9C715EEB-C9D9-4A37-A07A-937F70023366}" presName="horz1" presStyleCnt="0"/>
      <dgm:spPr/>
    </dgm:pt>
    <dgm:pt modelId="{62F23972-F75A-49F3-86E8-A8E348D31F05}" type="pres">
      <dgm:prSet presAssocID="{9C715EEB-C9D9-4A37-A07A-937F70023366}" presName="tx1" presStyleLbl="revTx" presStyleIdx="0" presStyleCnt="3"/>
      <dgm:spPr/>
    </dgm:pt>
    <dgm:pt modelId="{995AD612-565A-45B4-9C15-CD012459271F}" type="pres">
      <dgm:prSet presAssocID="{9C715EEB-C9D9-4A37-A07A-937F70023366}" presName="vert1" presStyleCnt="0"/>
      <dgm:spPr/>
    </dgm:pt>
    <dgm:pt modelId="{9184C54A-215D-4364-A1D9-9F450001B0BE}" type="pres">
      <dgm:prSet presAssocID="{33011F77-E61A-4B65-91D7-92C5A617BB9E}" presName="thickLine" presStyleLbl="alignNode1" presStyleIdx="1" presStyleCnt="3"/>
      <dgm:spPr/>
    </dgm:pt>
    <dgm:pt modelId="{AE2B03BF-F7C4-414E-A964-DBD62BA56C44}" type="pres">
      <dgm:prSet presAssocID="{33011F77-E61A-4B65-91D7-92C5A617BB9E}" presName="horz1" presStyleCnt="0"/>
      <dgm:spPr/>
    </dgm:pt>
    <dgm:pt modelId="{04C86190-548B-45F3-AECB-459EBEBA5057}" type="pres">
      <dgm:prSet presAssocID="{33011F77-E61A-4B65-91D7-92C5A617BB9E}" presName="tx1" presStyleLbl="revTx" presStyleIdx="1" presStyleCnt="3"/>
      <dgm:spPr/>
    </dgm:pt>
    <dgm:pt modelId="{C40F2D4D-D050-4C7E-AE85-5A3746324B3D}" type="pres">
      <dgm:prSet presAssocID="{33011F77-E61A-4B65-91D7-92C5A617BB9E}" presName="vert1" presStyleCnt="0"/>
      <dgm:spPr/>
    </dgm:pt>
    <dgm:pt modelId="{396B6AEF-9E37-4086-A714-573D46BA24B6}" type="pres">
      <dgm:prSet presAssocID="{3C0EB134-2403-420B-BE5E-EA39384580E7}" presName="thickLine" presStyleLbl="alignNode1" presStyleIdx="2" presStyleCnt="3"/>
      <dgm:spPr/>
    </dgm:pt>
    <dgm:pt modelId="{03993898-03EC-4237-A7D2-7B8397F1B8CB}" type="pres">
      <dgm:prSet presAssocID="{3C0EB134-2403-420B-BE5E-EA39384580E7}" presName="horz1" presStyleCnt="0"/>
      <dgm:spPr/>
    </dgm:pt>
    <dgm:pt modelId="{4B80461A-D384-4497-B08C-E77FAFC25A3D}" type="pres">
      <dgm:prSet presAssocID="{3C0EB134-2403-420B-BE5E-EA39384580E7}" presName="tx1" presStyleLbl="revTx" presStyleIdx="2" presStyleCnt="3"/>
      <dgm:spPr/>
    </dgm:pt>
    <dgm:pt modelId="{C1FC8E3C-2339-4B3E-83E3-1D61F7DF2A77}" type="pres">
      <dgm:prSet presAssocID="{3C0EB134-2403-420B-BE5E-EA39384580E7}" presName="vert1" presStyleCnt="0"/>
      <dgm:spPr/>
    </dgm:pt>
  </dgm:ptLst>
  <dgm:cxnLst>
    <dgm:cxn modelId="{42FDC31C-8BEE-4303-AA2A-AECCDD5EB0F8}" type="presOf" srcId="{9C715EEB-C9D9-4A37-A07A-937F70023366}" destId="{62F23972-F75A-49F3-86E8-A8E348D31F05}" srcOrd="0" destOrd="0" presId="urn:microsoft.com/office/officeart/2008/layout/LinedList"/>
    <dgm:cxn modelId="{DC326F2D-88EE-468E-A150-3D93327B5DDE}" type="presOf" srcId="{33011F77-E61A-4B65-91D7-92C5A617BB9E}" destId="{04C86190-548B-45F3-AECB-459EBEBA5057}" srcOrd="0" destOrd="0" presId="urn:microsoft.com/office/officeart/2008/layout/LinedList"/>
    <dgm:cxn modelId="{9EA5A154-55FF-43CA-935B-D94E9669D4F3}" type="presOf" srcId="{3C0EB134-2403-420B-BE5E-EA39384580E7}" destId="{4B80461A-D384-4497-B08C-E77FAFC25A3D}" srcOrd="0" destOrd="0" presId="urn:microsoft.com/office/officeart/2008/layout/LinedList"/>
    <dgm:cxn modelId="{EED0AB7F-CFB7-447D-AED8-36C5737A7D8F}" srcId="{8B99F944-6846-4780-AB6B-8899C4FD931E}" destId="{3C0EB134-2403-420B-BE5E-EA39384580E7}" srcOrd="2" destOrd="0" parTransId="{0375BD5F-D6D7-4170-88C3-0B5077673B6E}" sibTransId="{6F74EAB4-1A60-4DFF-A5C1-44FF61581182}"/>
    <dgm:cxn modelId="{C030FAA4-0B48-4374-B054-7D81F713972C}" type="presOf" srcId="{8B99F944-6846-4780-AB6B-8899C4FD931E}" destId="{71E68ED8-489F-4688-9B09-940A8B9637EA}" srcOrd="0" destOrd="0" presId="urn:microsoft.com/office/officeart/2008/layout/LinedList"/>
    <dgm:cxn modelId="{023E58F1-D277-4D08-A821-9C49EA25D2FD}" srcId="{8B99F944-6846-4780-AB6B-8899C4FD931E}" destId="{9C715EEB-C9D9-4A37-A07A-937F70023366}" srcOrd="0" destOrd="0" parTransId="{67BA6B5B-5AE8-4031-9CE3-0B0621A573DA}" sibTransId="{4EEF89FF-C5EA-4E16-8E48-79D4B166BF6B}"/>
    <dgm:cxn modelId="{484340F9-5A37-4A88-AC89-074C2D80B1E8}" srcId="{8B99F944-6846-4780-AB6B-8899C4FD931E}" destId="{33011F77-E61A-4B65-91D7-92C5A617BB9E}" srcOrd="1" destOrd="0" parTransId="{2EEF2820-010D-4C35-8614-DE2B963A7401}" sibTransId="{88679414-8DCA-4208-8F88-842198A00803}"/>
    <dgm:cxn modelId="{7A6F25C7-FC2C-4AF5-BBAF-9A191B96B483}" type="presParOf" srcId="{71E68ED8-489F-4688-9B09-940A8B9637EA}" destId="{B568DBC7-E050-4667-971C-1D0FEBDCA471}" srcOrd="0" destOrd="0" presId="urn:microsoft.com/office/officeart/2008/layout/LinedList"/>
    <dgm:cxn modelId="{5BBBE21A-9A06-4970-9BF2-FA1F8C97F5CF}" type="presParOf" srcId="{71E68ED8-489F-4688-9B09-940A8B9637EA}" destId="{C6C9FC44-CD63-485F-912F-A9200C567964}" srcOrd="1" destOrd="0" presId="urn:microsoft.com/office/officeart/2008/layout/LinedList"/>
    <dgm:cxn modelId="{71097555-B0B7-43E8-AD8B-B0CF166871C8}" type="presParOf" srcId="{C6C9FC44-CD63-485F-912F-A9200C567964}" destId="{62F23972-F75A-49F3-86E8-A8E348D31F05}" srcOrd="0" destOrd="0" presId="urn:microsoft.com/office/officeart/2008/layout/LinedList"/>
    <dgm:cxn modelId="{62D61B2E-1086-417C-8A79-B384CCFD96F4}" type="presParOf" srcId="{C6C9FC44-CD63-485F-912F-A9200C567964}" destId="{995AD612-565A-45B4-9C15-CD012459271F}" srcOrd="1" destOrd="0" presId="urn:microsoft.com/office/officeart/2008/layout/LinedList"/>
    <dgm:cxn modelId="{B0933603-FA7E-4354-8A54-D6635B0DEEEA}" type="presParOf" srcId="{71E68ED8-489F-4688-9B09-940A8B9637EA}" destId="{9184C54A-215D-4364-A1D9-9F450001B0BE}" srcOrd="2" destOrd="0" presId="urn:microsoft.com/office/officeart/2008/layout/LinedList"/>
    <dgm:cxn modelId="{99812363-0905-4B6F-B4FC-AE046B03AE65}" type="presParOf" srcId="{71E68ED8-489F-4688-9B09-940A8B9637EA}" destId="{AE2B03BF-F7C4-414E-A964-DBD62BA56C44}" srcOrd="3" destOrd="0" presId="urn:microsoft.com/office/officeart/2008/layout/LinedList"/>
    <dgm:cxn modelId="{E822FC13-AFAA-4316-97D4-A1BDB3493318}" type="presParOf" srcId="{AE2B03BF-F7C4-414E-A964-DBD62BA56C44}" destId="{04C86190-548B-45F3-AECB-459EBEBA5057}" srcOrd="0" destOrd="0" presId="urn:microsoft.com/office/officeart/2008/layout/LinedList"/>
    <dgm:cxn modelId="{394CD7E3-0665-44FB-925A-0D05D77C42CC}" type="presParOf" srcId="{AE2B03BF-F7C4-414E-A964-DBD62BA56C44}" destId="{C40F2D4D-D050-4C7E-AE85-5A3746324B3D}" srcOrd="1" destOrd="0" presId="urn:microsoft.com/office/officeart/2008/layout/LinedList"/>
    <dgm:cxn modelId="{88455F57-3D9E-4016-8F38-9FED5CD347BD}" type="presParOf" srcId="{71E68ED8-489F-4688-9B09-940A8B9637EA}" destId="{396B6AEF-9E37-4086-A714-573D46BA24B6}" srcOrd="4" destOrd="0" presId="urn:microsoft.com/office/officeart/2008/layout/LinedList"/>
    <dgm:cxn modelId="{5C20FF02-F10D-42A7-B0AC-6A7BF94A5050}" type="presParOf" srcId="{71E68ED8-489F-4688-9B09-940A8B9637EA}" destId="{03993898-03EC-4237-A7D2-7B8397F1B8CB}" srcOrd="5" destOrd="0" presId="urn:microsoft.com/office/officeart/2008/layout/LinedList"/>
    <dgm:cxn modelId="{DE538A95-AEEF-41AB-B317-3E630FA7535E}" type="presParOf" srcId="{03993898-03EC-4237-A7D2-7B8397F1B8CB}" destId="{4B80461A-D384-4497-B08C-E77FAFC25A3D}" srcOrd="0" destOrd="0" presId="urn:microsoft.com/office/officeart/2008/layout/LinedList"/>
    <dgm:cxn modelId="{27371DF3-F97F-4529-80DB-6B8D0D702D12}" type="presParOf" srcId="{03993898-03EC-4237-A7D2-7B8397F1B8CB}" destId="{C1FC8E3C-2339-4B3E-83E3-1D61F7DF2A7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AD7B56-6622-4C5B-92E3-233B830D43D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B09DEF6-E74F-4B26-A948-10F38A3BB351}">
      <dgm:prSet/>
      <dgm:spPr/>
      <dgm:t>
        <a:bodyPr/>
        <a:lstStyle/>
        <a:p>
          <a:r>
            <a:rPr lang="en-US"/>
            <a:t>The 1937 Indian provincial elections were held under the provisions of the </a:t>
          </a:r>
          <a:r>
            <a:rPr lang="en-US" b="1" u="sng"/>
            <a:t>Government of India Act of 1935.</a:t>
          </a:r>
          <a:endParaRPr lang="en-US"/>
        </a:p>
      </dgm:t>
    </dgm:pt>
    <dgm:pt modelId="{B278044F-5123-4A71-B807-0FF599EC66C4}" type="parTrans" cxnId="{E99F5220-BA03-46BF-A3D3-374151048F9E}">
      <dgm:prSet/>
      <dgm:spPr/>
      <dgm:t>
        <a:bodyPr/>
        <a:lstStyle/>
        <a:p>
          <a:endParaRPr lang="en-US"/>
        </a:p>
      </dgm:t>
    </dgm:pt>
    <dgm:pt modelId="{EBF12E55-0245-4AB9-9ABE-EDB980FDB7E8}" type="sibTrans" cxnId="{E99F5220-BA03-46BF-A3D3-374151048F9E}">
      <dgm:prSet/>
      <dgm:spPr/>
      <dgm:t>
        <a:bodyPr/>
        <a:lstStyle/>
        <a:p>
          <a:endParaRPr lang="en-US"/>
        </a:p>
      </dgm:t>
    </dgm:pt>
    <dgm:pt modelId="{DA3040D4-802B-4BBA-A255-5D82EC42E534}">
      <dgm:prSet/>
      <dgm:spPr/>
      <dgm:t>
        <a:bodyPr/>
        <a:lstStyle/>
        <a:p>
          <a:r>
            <a:rPr lang="en-US"/>
            <a:t>The elections were a watershed moment in Indian history, as they marked the first time that </a:t>
          </a:r>
          <a:r>
            <a:rPr lang="en-US" b="1" u="sng"/>
            <a:t>Indians had the right to vote for their own representatives</a:t>
          </a:r>
          <a:r>
            <a:rPr lang="en-US"/>
            <a:t>.</a:t>
          </a:r>
        </a:p>
      </dgm:t>
    </dgm:pt>
    <dgm:pt modelId="{9CC1E8E1-8E0A-4721-8023-BB18FE3CB494}" type="parTrans" cxnId="{ACA3F709-CE41-45BA-96E9-343722DEA839}">
      <dgm:prSet/>
      <dgm:spPr/>
      <dgm:t>
        <a:bodyPr/>
        <a:lstStyle/>
        <a:p>
          <a:endParaRPr lang="en-US"/>
        </a:p>
      </dgm:t>
    </dgm:pt>
    <dgm:pt modelId="{AB309705-2076-4A65-B3F9-72622244068E}" type="sibTrans" cxnId="{ACA3F709-CE41-45BA-96E9-343722DEA839}">
      <dgm:prSet/>
      <dgm:spPr/>
      <dgm:t>
        <a:bodyPr/>
        <a:lstStyle/>
        <a:p>
          <a:endParaRPr lang="en-US"/>
        </a:p>
      </dgm:t>
    </dgm:pt>
    <dgm:pt modelId="{4048C9DA-E459-47C1-8DA6-A90F63AE1AB2}">
      <dgm:prSet/>
      <dgm:spPr/>
      <dgm:t>
        <a:bodyPr/>
        <a:lstStyle/>
        <a:p>
          <a:r>
            <a:rPr lang="en-US"/>
            <a:t>The Indian National Congress (INC) won a landslide victory in the elections, </a:t>
          </a:r>
          <a:r>
            <a:rPr lang="en-US" b="1" u="sng"/>
            <a:t>winning 711 out of 1,585 seats.</a:t>
          </a:r>
          <a:endParaRPr lang="en-US"/>
        </a:p>
      </dgm:t>
    </dgm:pt>
    <dgm:pt modelId="{5C1DB5DF-B4FB-4897-B2AD-B865BC857FB1}" type="parTrans" cxnId="{5EED9B62-4E48-4EE9-8064-5A771DE54F00}">
      <dgm:prSet/>
      <dgm:spPr/>
      <dgm:t>
        <a:bodyPr/>
        <a:lstStyle/>
        <a:p>
          <a:endParaRPr lang="en-US"/>
        </a:p>
      </dgm:t>
    </dgm:pt>
    <dgm:pt modelId="{5A862A3E-6C8C-4BBB-A871-C576CE9B1031}" type="sibTrans" cxnId="{5EED9B62-4E48-4EE9-8064-5A771DE54F00}">
      <dgm:prSet/>
      <dgm:spPr/>
      <dgm:t>
        <a:bodyPr/>
        <a:lstStyle/>
        <a:p>
          <a:endParaRPr lang="en-US"/>
        </a:p>
      </dgm:t>
    </dgm:pt>
    <dgm:pt modelId="{9F32828F-4F68-4C5F-8916-F53407DBB490}">
      <dgm:prSet/>
      <dgm:spPr/>
      <dgm:t>
        <a:bodyPr/>
        <a:lstStyle/>
        <a:p>
          <a:r>
            <a:rPr lang="en-US"/>
            <a:t>The INC formed ministries in </a:t>
          </a:r>
          <a:r>
            <a:rPr lang="en-US" b="1" u="sng"/>
            <a:t>(08) provinces</a:t>
          </a:r>
          <a:r>
            <a:rPr lang="en-US"/>
            <a:t>, including the </a:t>
          </a:r>
          <a:r>
            <a:rPr lang="en-US" b="1" u="sng"/>
            <a:t>United Provinces, Bihar, the Central Provinces, Bombay, Madras, the North-West Frontier Province, and Assam.</a:t>
          </a:r>
          <a:endParaRPr lang="en-US"/>
        </a:p>
      </dgm:t>
    </dgm:pt>
    <dgm:pt modelId="{CCD7E65F-277F-4F03-9871-E5EFEFB0BAD1}" type="parTrans" cxnId="{D99F57B8-B02E-4625-BB4B-E3CB93F1A34E}">
      <dgm:prSet/>
      <dgm:spPr/>
      <dgm:t>
        <a:bodyPr/>
        <a:lstStyle/>
        <a:p>
          <a:endParaRPr lang="en-US"/>
        </a:p>
      </dgm:t>
    </dgm:pt>
    <dgm:pt modelId="{2262D10C-8BAD-44AE-80BF-4F83464FC343}" type="sibTrans" cxnId="{D99F57B8-B02E-4625-BB4B-E3CB93F1A34E}">
      <dgm:prSet/>
      <dgm:spPr/>
      <dgm:t>
        <a:bodyPr/>
        <a:lstStyle/>
        <a:p>
          <a:endParaRPr lang="en-US"/>
        </a:p>
      </dgm:t>
    </dgm:pt>
    <dgm:pt modelId="{67498EC5-FA61-40C6-8CCB-9C7FC2D24D36}">
      <dgm:prSet/>
      <dgm:spPr/>
      <dgm:t>
        <a:bodyPr/>
        <a:lstStyle/>
        <a:p>
          <a:r>
            <a:rPr lang="en-US"/>
            <a:t>Formed coalition Govt in</a:t>
          </a:r>
          <a:r>
            <a:rPr lang="en-US" b="1" u="sng"/>
            <a:t> 03 Provinces </a:t>
          </a:r>
          <a:endParaRPr lang="en-US"/>
        </a:p>
      </dgm:t>
    </dgm:pt>
    <dgm:pt modelId="{6EDC110F-42E8-4A5F-8857-5D87563A8A9F}" type="parTrans" cxnId="{F05F18A8-3690-4FCD-912C-90B5300EA932}">
      <dgm:prSet/>
      <dgm:spPr/>
      <dgm:t>
        <a:bodyPr/>
        <a:lstStyle/>
        <a:p>
          <a:endParaRPr lang="en-US"/>
        </a:p>
      </dgm:t>
    </dgm:pt>
    <dgm:pt modelId="{BB743D5C-D653-4115-9858-CE64DC22FF2C}" type="sibTrans" cxnId="{F05F18A8-3690-4FCD-912C-90B5300EA932}">
      <dgm:prSet/>
      <dgm:spPr/>
      <dgm:t>
        <a:bodyPr/>
        <a:lstStyle/>
        <a:p>
          <a:endParaRPr lang="en-US"/>
        </a:p>
      </dgm:t>
    </dgm:pt>
    <dgm:pt modelId="{199FD1EF-BC88-4BFC-9A75-C4EFDAFDFDE6}" type="pres">
      <dgm:prSet presAssocID="{AFAD7B56-6622-4C5B-92E3-233B830D43DB}" presName="vert0" presStyleCnt="0">
        <dgm:presLayoutVars>
          <dgm:dir/>
          <dgm:animOne val="branch"/>
          <dgm:animLvl val="lvl"/>
        </dgm:presLayoutVars>
      </dgm:prSet>
      <dgm:spPr/>
    </dgm:pt>
    <dgm:pt modelId="{443A2D85-CF9B-4E2C-809E-0FB5684DC5E8}" type="pres">
      <dgm:prSet presAssocID="{DB09DEF6-E74F-4B26-A948-10F38A3BB351}" presName="thickLine" presStyleLbl="alignNode1" presStyleIdx="0" presStyleCnt="5"/>
      <dgm:spPr/>
    </dgm:pt>
    <dgm:pt modelId="{1DA2AC23-56A9-4CC0-8201-7BA555C67938}" type="pres">
      <dgm:prSet presAssocID="{DB09DEF6-E74F-4B26-A948-10F38A3BB351}" presName="horz1" presStyleCnt="0"/>
      <dgm:spPr/>
    </dgm:pt>
    <dgm:pt modelId="{4C27C524-6CCE-47FB-BF51-FB61B1E3E85F}" type="pres">
      <dgm:prSet presAssocID="{DB09DEF6-E74F-4B26-A948-10F38A3BB351}" presName="tx1" presStyleLbl="revTx" presStyleIdx="0" presStyleCnt="5"/>
      <dgm:spPr/>
    </dgm:pt>
    <dgm:pt modelId="{69ADCB90-C97C-45E2-AD59-82F6B8B36D22}" type="pres">
      <dgm:prSet presAssocID="{DB09DEF6-E74F-4B26-A948-10F38A3BB351}" presName="vert1" presStyleCnt="0"/>
      <dgm:spPr/>
    </dgm:pt>
    <dgm:pt modelId="{4592EABE-A88E-4077-B358-408B0AB959CF}" type="pres">
      <dgm:prSet presAssocID="{DA3040D4-802B-4BBA-A255-5D82EC42E534}" presName="thickLine" presStyleLbl="alignNode1" presStyleIdx="1" presStyleCnt="5"/>
      <dgm:spPr/>
    </dgm:pt>
    <dgm:pt modelId="{2845594A-2536-41D4-8DC5-EA08B352A837}" type="pres">
      <dgm:prSet presAssocID="{DA3040D4-802B-4BBA-A255-5D82EC42E534}" presName="horz1" presStyleCnt="0"/>
      <dgm:spPr/>
    </dgm:pt>
    <dgm:pt modelId="{21BD2B3E-D525-4479-A36A-73FBFF0359D9}" type="pres">
      <dgm:prSet presAssocID="{DA3040D4-802B-4BBA-A255-5D82EC42E534}" presName="tx1" presStyleLbl="revTx" presStyleIdx="1" presStyleCnt="5"/>
      <dgm:spPr/>
    </dgm:pt>
    <dgm:pt modelId="{0FF570C8-6BE0-41D7-A3E9-B3D251C6777C}" type="pres">
      <dgm:prSet presAssocID="{DA3040D4-802B-4BBA-A255-5D82EC42E534}" presName="vert1" presStyleCnt="0"/>
      <dgm:spPr/>
    </dgm:pt>
    <dgm:pt modelId="{F71930BD-4406-469E-A03D-8939406F86F2}" type="pres">
      <dgm:prSet presAssocID="{4048C9DA-E459-47C1-8DA6-A90F63AE1AB2}" presName="thickLine" presStyleLbl="alignNode1" presStyleIdx="2" presStyleCnt="5"/>
      <dgm:spPr/>
    </dgm:pt>
    <dgm:pt modelId="{552C4922-ADA1-48B6-B2EE-8051AD819917}" type="pres">
      <dgm:prSet presAssocID="{4048C9DA-E459-47C1-8DA6-A90F63AE1AB2}" presName="horz1" presStyleCnt="0"/>
      <dgm:spPr/>
    </dgm:pt>
    <dgm:pt modelId="{616E9EE5-C4B8-4B00-AA10-73D2866B5D19}" type="pres">
      <dgm:prSet presAssocID="{4048C9DA-E459-47C1-8DA6-A90F63AE1AB2}" presName="tx1" presStyleLbl="revTx" presStyleIdx="2" presStyleCnt="5"/>
      <dgm:spPr/>
    </dgm:pt>
    <dgm:pt modelId="{E8EE0426-6FD8-46A7-8FFF-89696797904D}" type="pres">
      <dgm:prSet presAssocID="{4048C9DA-E459-47C1-8DA6-A90F63AE1AB2}" presName="vert1" presStyleCnt="0"/>
      <dgm:spPr/>
    </dgm:pt>
    <dgm:pt modelId="{5D32C5C2-A4B7-48C9-A580-D6018FDB0BAF}" type="pres">
      <dgm:prSet presAssocID="{9F32828F-4F68-4C5F-8916-F53407DBB490}" presName="thickLine" presStyleLbl="alignNode1" presStyleIdx="3" presStyleCnt="5"/>
      <dgm:spPr/>
    </dgm:pt>
    <dgm:pt modelId="{0EB7745F-AEA6-4797-BFFB-E173B8AAF86A}" type="pres">
      <dgm:prSet presAssocID="{9F32828F-4F68-4C5F-8916-F53407DBB490}" presName="horz1" presStyleCnt="0"/>
      <dgm:spPr/>
    </dgm:pt>
    <dgm:pt modelId="{7AA1670B-2148-46CF-9C57-7DE0895E0147}" type="pres">
      <dgm:prSet presAssocID="{9F32828F-4F68-4C5F-8916-F53407DBB490}" presName="tx1" presStyleLbl="revTx" presStyleIdx="3" presStyleCnt="5"/>
      <dgm:spPr/>
    </dgm:pt>
    <dgm:pt modelId="{ACFF9A9D-D8D8-4735-8204-A74A2AAF52C5}" type="pres">
      <dgm:prSet presAssocID="{9F32828F-4F68-4C5F-8916-F53407DBB490}" presName="vert1" presStyleCnt="0"/>
      <dgm:spPr/>
    </dgm:pt>
    <dgm:pt modelId="{FDF1DD13-7FFB-4750-BCE3-140C5297F4A2}" type="pres">
      <dgm:prSet presAssocID="{67498EC5-FA61-40C6-8CCB-9C7FC2D24D36}" presName="thickLine" presStyleLbl="alignNode1" presStyleIdx="4" presStyleCnt="5"/>
      <dgm:spPr/>
    </dgm:pt>
    <dgm:pt modelId="{731E6543-E24C-4782-B661-F62A743C8165}" type="pres">
      <dgm:prSet presAssocID="{67498EC5-FA61-40C6-8CCB-9C7FC2D24D36}" presName="horz1" presStyleCnt="0"/>
      <dgm:spPr/>
    </dgm:pt>
    <dgm:pt modelId="{73C7A389-B7A6-44B5-8491-78128103E6F4}" type="pres">
      <dgm:prSet presAssocID="{67498EC5-FA61-40C6-8CCB-9C7FC2D24D36}" presName="tx1" presStyleLbl="revTx" presStyleIdx="4" presStyleCnt="5"/>
      <dgm:spPr/>
    </dgm:pt>
    <dgm:pt modelId="{AE446513-CAF1-4C25-BC99-A0C73FFEB285}" type="pres">
      <dgm:prSet presAssocID="{67498EC5-FA61-40C6-8CCB-9C7FC2D24D36}" presName="vert1" presStyleCnt="0"/>
      <dgm:spPr/>
    </dgm:pt>
  </dgm:ptLst>
  <dgm:cxnLst>
    <dgm:cxn modelId="{ACA3F709-CE41-45BA-96E9-343722DEA839}" srcId="{AFAD7B56-6622-4C5B-92E3-233B830D43DB}" destId="{DA3040D4-802B-4BBA-A255-5D82EC42E534}" srcOrd="1" destOrd="0" parTransId="{9CC1E8E1-8E0A-4721-8023-BB18FE3CB494}" sibTransId="{AB309705-2076-4A65-B3F9-72622244068E}"/>
    <dgm:cxn modelId="{E99F5220-BA03-46BF-A3D3-374151048F9E}" srcId="{AFAD7B56-6622-4C5B-92E3-233B830D43DB}" destId="{DB09DEF6-E74F-4B26-A948-10F38A3BB351}" srcOrd="0" destOrd="0" parTransId="{B278044F-5123-4A71-B807-0FF599EC66C4}" sibTransId="{EBF12E55-0245-4AB9-9ABE-EDB980FDB7E8}"/>
    <dgm:cxn modelId="{16C6ED25-5DDB-4E25-ACCB-9887ECE2F002}" type="presOf" srcId="{9F32828F-4F68-4C5F-8916-F53407DBB490}" destId="{7AA1670B-2148-46CF-9C57-7DE0895E0147}" srcOrd="0" destOrd="0" presId="urn:microsoft.com/office/officeart/2008/layout/LinedList"/>
    <dgm:cxn modelId="{2B46FD2D-4D98-43A6-9E81-F8B12DA4A29D}" type="presOf" srcId="{67498EC5-FA61-40C6-8CCB-9C7FC2D24D36}" destId="{73C7A389-B7A6-44B5-8491-78128103E6F4}" srcOrd="0" destOrd="0" presId="urn:microsoft.com/office/officeart/2008/layout/LinedList"/>
    <dgm:cxn modelId="{5EED9B62-4E48-4EE9-8064-5A771DE54F00}" srcId="{AFAD7B56-6622-4C5B-92E3-233B830D43DB}" destId="{4048C9DA-E459-47C1-8DA6-A90F63AE1AB2}" srcOrd="2" destOrd="0" parTransId="{5C1DB5DF-B4FB-4897-B2AD-B865BC857FB1}" sibTransId="{5A862A3E-6C8C-4BBB-A871-C576CE9B1031}"/>
    <dgm:cxn modelId="{D8692F63-F159-483E-B9FA-A8586129CDE3}" type="presOf" srcId="{4048C9DA-E459-47C1-8DA6-A90F63AE1AB2}" destId="{616E9EE5-C4B8-4B00-AA10-73D2866B5D19}" srcOrd="0" destOrd="0" presId="urn:microsoft.com/office/officeart/2008/layout/LinedList"/>
    <dgm:cxn modelId="{F05F18A8-3690-4FCD-912C-90B5300EA932}" srcId="{AFAD7B56-6622-4C5B-92E3-233B830D43DB}" destId="{67498EC5-FA61-40C6-8CCB-9C7FC2D24D36}" srcOrd="4" destOrd="0" parTransId="{6EDC110F-42E8-4A5F-8857-5D87563A8A9F}" sibTransId="{BB743D5C-D653-4115-9858-CE64DC22FF2C}"/>
    <dgm:cxn modelId="{D99F57B8-B02E-4625-BB4B-E3CB93F1A34E}" srcId="{AFAD7B56-6622-4C5B-92E3-233B830D43DB}" destId="{9F32828F-4F68-4C5F-8916-F53407DBB490}" srcOrd="3" destOrd="0" parTransId="{CCD7E65F-277F-4F03-9871-E5EFEFB0BAD1}" sibTransId="{2262D10C-8BAD-44AE-80BF-4F83464FC343}"/>
    <dgm:cxn modelId="{7B26ADD0-ABFF-48EE-B7AD-193689570CE2}" type="presOf" srcId="{AFAD7B56-6622-4C5B-92E3-233B830D43DB}" destId="{199FD1EF-BC88-4BFC-9A75-C4EFDAFDFDE6}" srcOrd="0" destOrd="0" presId="urn:microsoft.com/office/officeart/2008/layout/LinedList"/>
    <dgm:cxn modelId="{E6A815F4-F125-4FE5-9C67-75A8531D5DDC}" type="presOf" srcId="{DA3040D4-802B-4BBA-A255-5D82EC42E534}" destId="{21BD2B3E-D525-4479-A36A-73FBFF0359D9}" srcOrd="0" destOrd="0" presId="urn:microsoft.com/office/officeart/2008/layout/LinedList"/>
    <dgm:cxn modelId="{1CA490FA-A866-4273-BF64-12C7FB07B94F}" type="presOf" srcId="{DB09DEF6-E74F-4B26-A948-10F38A3BB351}" destId="{4C27C524-6CCE-47FB-BF51-FB61B1E3E85F}" srcOrd="0" destOrd="0" presId="urn:microsoft.com/office/officeart/2008/layout/LinedList"/>
    <dgm:cxn modelId="{7CE612E2-E205-4B90-9B67-26D64BB12D74}" type="presParOf" srcId="{199FD1EF-BC88-4BFC-9A75-C4EFDAFDFDE6}" destId="{443A2D85-CF9B-4E2C-809E-0FB5684DC5E8}" srcOrd="0" destOrd="0" presId="urn:microsoft.com/office/officeart/2008/layout/LinedList"/>
    <dgm:cxn modelId="{35190356-31E9-4CA9-B675-F110439FFD44}" type="presParOf" srcId="{199FD1EF-BC88-4BFC-9A75-C4EFDAFDFDE6}" destId="{1DA2AC23-56A9-4CC0-8201-7BA555C67938}" srcOrd="1" destOrd="0" presId="urn:microsoft.com/office/officeart/2008/layout/LinedList"/>
    <dgm:cxn modelId="{393D45C3-F96B-42F7-A32E-2E42B7DFAB24}" type="presParOf" srcId="{1DA2AC23-56A9-4CC0-8201-7BA555C67938}" destId="{4C27C524-6CCE-47FB-BF51-FB61B1E3E85F}" srcOrd="0" destOrd="0" presId="urn:microsoft.com/office/officeart/2008/layout/LinedList"/>
    <dgm:cxn modelId="{E3491CF5-C238-4E45-A055-C5D9DAEAB176}" type="presParOf" srcId="{1DA2AC23-56A9-4CC0-8201-7BA555C67938}" destId="{69ADCB90-C97C-45E2-AD59-82F6B8B36D22}" srcOrd="1" destOrd="0" presId="urn:microsoft.com/office/officeart/2008/layout/LinedList"/>
    <dgm:cxn modelId="{3647FAFC-797F-4BAB-A42C-387FFE203A5A}" type="presParOf" srcId="{199FD1EF-BC88-4BFC-9A75-C4EFDAFDFDE6}" destId="{4592EABE-A88E-4077-B358-408B0AB959CF}" srcOrd="2" destOrd="0" presId="urn:microsoft.com/office/officeart/2008/layout/LinedList"/>
    <dgm:cxn modelId="{C7B3F2CC-4A9B-4E44-8C34-3B988397FB27}" type="presParOf" srcId="{199FD1EF-BC88-4BFC-9A75-C4EFDAFDFDE6}" destId="{2845594A-2536-41D4-8DC5-EA08B352A837}" srcOrd="3" destOrd="0" presId="urn:microsoft.com/office/officeart/2008/layout/LinedList"/>
    <dgm:cxn modelId="{19AD9E87-0538-4A65-9D31-A9E64E8539FD}" type="presParOf" srcId="{2845594A-2536-41D4-8DC5-EA08B352A837}" destId="{21BD2B3E-D525-4479-A36A-73FBFF0359D9}" srcOrd="0" destOrd="0" presId="urn:microsoft.com/office/officeart/2008/layout/LinedList"/>
    <dgm:cxn modelId="{04231B5F-F309-4781-B65A-649BFA856E14}" type="presParOf" srcId="{2845594A-2536-41D4-8DC5-EA08B352A837}" destId="{0FF570C8-6BE0-41D7-A3E9-B3D251C6777C}" srcOrd="1" destOrd="0" presId="urn:microsoft.com/office/officeart/2008/layout/LinedList"/>
    <dgm:cxn modelId="{BF60AFCA-7758-49EA-930A-D990D47E4C1C}" type="presParOf" srcId="{199FD1EF-BC88-4BFC-9A75-C4EFDAFDFDE6}" destId="{F71930BD-4406-469E-A03D-8939406F86F2}" srcOrd="4" destOrd="0" presId="urn:microsoft.com/office/officeart/2008/layout/LinedList"/>
    <dgm:cxn modelId="{A53A27F5-6542-47C0-887D-CDDB34535991}" type="presParOf" srcId="{199FD1EF-BC88-4BFC-9A75-C4EFDAFDFDE6}" destId="{552C4922-ADA1-48B6-B2EE-8051AD819917}" srcOrd="5" destOrd="0" presId="urn:microsoft.com/office/officeart/2008/layout/LinedList"/>
    <dgm:cxn modelId="{1B7E602A-29C9-4068-A411-749E0A3C858F}" type="presParOf" srcId="{552C4922-ADA1-48B6-B2EE-8051AD819917}" destId="{616E9EE5-C4B8-4B00-AA10-73D2866B5D19}" srcOrd="0" destOrd="0" presId="urn:microsoft.com/office/officeart/2008/layout/LinedList"/>
    <dgm:cxn modelId="{8EBAC287-3EFA-48B4-9749-BB6F8E02C6D4}" type="presParOf" srcId="{552C4922-ADA1-48B6-B2EE-8051AD819917}" destId="{E8EE0426-6FD8-46A7-8FFF-89696797904D}" srcOrd="1" destOrd="0" presId="urn:microsoft.com/office/officeart/2008/layout/LinedList"/>
    <dgm:cxn modelId="{32F1F733-CBCC-4BEB-B0BA-5C3A4067670E}" type="presParOf" srcId="{199FD1EF-BC88-4BFC-9A75-C4EFDAFDFDE6}" destId="{5D32C5C2-A4B7-48C9-A580-D6018FDB0BAF}" srcOrd="6" destOrd="0" presId="urn:microsoft.com/office/officeart/2008/layout/LinedList"/>
    <dgm:cxn modelId="{F3FA2E7E-505A-496F-B74A-2DE5159A5CD8}" type="presParOf" srcId="{199FD1EF-BC88-4BFC-9A75-C4EFDAFDFDE6}" destId="{0EB7745F-AEA6-4797-BFFB-E173B8AAF86A}" srcOrd="7" destOrd="0" presId="urn:microsoft.com/office/officeart/2008/layout/LinedList"/>
    <dgm:cxn modelId="{0D219FFB-86DB-4958-8074-C9F4078AEE32}" type="presParOf" srcId="{0EB7745F-AEA6-4797-BFFB-E173B8AAF86A}" destId="{7AA1670B-2148-46CF-9C57-7DE0895E0147}" srcOrd="0" destOrd="0" presId="urn:microsoft.com/office/officeart/2008/layout/LinedList"/>
    <dgm:cxn modelId="{B6C20B42-C30A-42A0-8F8A-1048D8D17FE7}" type="presParOf" srcId="{0EB7745F-AEA6-4797-BFFB-E173B8AAF86A}" destId="{ACFF9A9D-D8D8-4735-8204-A74A2AAF52C5}" srcOrd="1" destOrd="0" presId="urn:microsoft.com/office/officeart/2008/layout/LinedList"/>
    <dgm:cxn modelId="{F6565E06-4922-45D4-BD20-0FF1E3ECBD66}" type="presParOf" srcId="{199FD1EF-BC88-4BFC-9A75-C4EFDAFDFDE6}" destId="{FDF1DD13-7FFB-4750-BCE3-140C5297F4A2}" srcOrd="8" destOrd="0" presId="urn:microsoft.com/office/officeart/2008/layout/LinedList"/>
    <dgm:cxn modelId="{6E5C131F-F4A0-44BE-90DD-80CF381D630B}" type="presParOf" srcId="{199FD1EF-BC88-4BFC-9A75-C4EFDAFDFDE6}" destId="{731E6543-E24C-4782-B661-F62A743C8165}" srcOrd="9" destOrd="0" presId="urn:microsoft.com/office/officeart/2008/layout/LinedList"/>
    <dgm:cxn modelId="{FF84956B-13F5-45D4-9BCC-FA6C564DBFA7}" type="presParOf" srcId="{731E6543-E24C-4782-B661-F62A743C8165}" destId="{73C7A389-B7A6-44B5-8491-78128103E6F4}" srcOrd="0" destOrd="0" presId="urn:microsoft.com/office/officeart/2008/layout/LinedList"/>
    <dgm:cxn modelId="{C281A389-803C-4B6E-AE93-67F55C94FCFF}" type="presParOf" srcId="{731E6543-E24C-4782-B661-F62A743C8165}" destId="{AE446513-CAF1-4C25-BC99-A0C73FFEB2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FE2A2E-0DAB-476C-831F-9128B70442D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CFD299-D1D5-4762-8100-85048AAF3E8E}">
      <dgm:prSet/>
      <dgm:spPr/>
      <dgm:t>
        <a:bodyPr/>
        <a:lstStyle/>
        <a:p>
          <a:r>
            <a:rPr lang="en-US" b="1" u="sng"/>
            <a:t>Increased self-government for India.</a:t>
          </a:r>
          <a:endParaRPr lang="en-US"/>
        </a:p>
      </dgm:t>
    </dgm:pt>
    <dgm:pt modelId="{1FF17238-2B21-4259-844D-07B5A8806C9E}" type="parTrans" cxnId="{52BAFEAA-422D-47D7-B68E-8839F0ECAEBC}">
      <dgm:prSet/>
      <dgm:spPr/>
      <dgm:t>
        <a:bodyPr/>
        <a:lstStyle/>
        <a:p>
          <a:endParaRPr lang="en-US"/>
        </a:p>
      </dgm:t>
    </dgm:pt>
    <dgm:pt modelId="{02530974-1C17-4277-A5ED-DDF3CA1EC241}" type="sibTrans" cxnId="{52BAFEAA-422D-47D7-B68E-8839F0ECAEBC}">
      <dgm:prSet/>
      <dgm:spPr/>
      <dgm:t>
        <a:bodyPr/>
        <a:lstStyle/>
        <a:p>
          <a:endParaRPr lang="en-US"/>
        </a:p>
      </dgm:t>
    </dgm:pt>
    <dgm:pt modelId="{8D7B9C15-1EFB-46A5-8AE3-F70BB5121279}">
      <dgm:prSet/>
      <dgm:spPr/>
      <dgm:t>
        <a:bodyPr/>
        <a:lstStyle/>
        <a:p>
          <a:r>
            <a:rPr lang="en-US" b="1" u="sng" dirty="0"/>
            <a:t>Fundamental rights for all Indians.</a:t>
          </a:r>
          <a:endParaRPr lang="en-US" dirty="0"/>
        </a:p>
      </dgm:t>
    </dgm:pt>
    <dgm:pt modelId="{737C4531-B165-4923-8226-2FD763C91214}" type="parTrans" cxnId="{017D5CCE-E870-4A20-AF58-177468B7DA1F}">
      <dgm:prSet/>
      <dgm:spPr/>
      <dgm:t>
        <a:bodyPr/>
        <a:lstStyle/>
        <a:p>
          <a:endParaRPr lang="en-US"/>
        </a:p>
      </dgm:t>
    </dgm:pt>
    <dgm:pt modelId="{09DD4A1E-90BB-4A7E-87A9-62561E0CAFAD}" type="sibTrans" cxnId="{017D5CCE-E870-4A20-AF58-177468B7DA1F}">
      <dgm:prSet/>
      <dgm:spPr/>
      <dgm:t>
        <a:bodyPr/>
        <a:lstStyle/>
        <a:p>
          <a:endParaRPr lang="en-US"/>
        </a:p>
      </dgm:t>
    </dgm:pt>
    <dgm:pt modelId="{6C12D445-0F0D-4EFD-ABFB-470F3C3703DB}">
      <dgm:prSet/>
      <dgm:spPr/>
      <dgm:t>
        <a:bodyPr/>
        <a:lstStyle/>
        <a:p>
          <a:r>
            <a:rPr lang="en-US" b="1" u="sng"/>
            <a:t>Social and economic reforms.</a:t>
          </a:r>
          <a:endParaRPr lang="en-US"/>
        </a:p>
      </dgm:t>
    </dgm:pt>
    <dgm:pt modelId="{AF38E537-0BE6-4178-9DA5-59D3C6D78764}" type="parTrans" cxnId="{F60A7542-A5AC-4BB1-9DFD-6BCA730390C4}">
      <dgm:prSet/>
      <dgm:spPr/>
      <dgm:t>
        <a:bodyPr/>
        <a:lstStyle/>
        <a:p>
          <a:endParaRPr lang="en-US"/>
        </a:p>
      </dgm:t>
    </dgm:pt>
    <dgm:pt modelId="{41EE1A83-415B-4D7E-8023-CF75549CFBF7}" type="sibTrans" cxnId="{F60A7542-A5AC-4BB1-9DFD-6BCA730390C4}">
      <dgm:prSet/>
      <dgm:spPr/>
      <dgm:t>
        <a:bodyPr/>
        <a:lstStyle/>
        <a:p>
          <a:endParaRPr lang="en-US"/>
        </a:p>
      </dgm:t>
    </dgm:pt>
    <dgm:pt modelId="{A247B209-36D0-4AE8-A0F8-495C09F012DC}">
      <dgm:prSet/>
      <dgm:spPr/>
      <dgm:t>
        <a:bodyPr/>
        <a:lstStyle/>
        <a:p>
          <a:r>
            <a:rPr lang="en-US" b="1" u="sng"/>
            <a:t>Hindu-Muslim unity.</a:t>
          </a:r>
          <a:endParaRPr lang="en-US"/>
        </a:p>
      </dgm:t>
    </dgm:pt>
    <dgm:pt modelId="{002C6206-977B-40AB-A0D2-55D0BE7FD015}" type="parTrans" cxnId="{3A6A1CE9-6682-478A-951F-F576DD48E33F}">
      <dgm:prSet/>
      <dgm:spPr/>
      <dgm:t>
        <a:bodyPr/>
        <a:lstStyle/>
        <a:p>
          <a:endParaRPr lang="en-US"/>
        </a:p>
      </dgm:t>
    </dgm:pt>
    <dgm:pt modelId="{2C05593E-6C1C-4B18-878E-7462684C7A60}" type="sibTrans" cxnId="{3A6A1CE9-6682-478A-951F-F576DD48E33F}">
      <dgm:prSet/>
      <dgm:spPr/>
      <dgm:t>
        <a:bodyPr/>
        <a:lstStyle/>
        <a:p>
          <a:endParaRPr lang="en-US"/>
        </a:p>
      </dgm:t>
    </dgm:pt>
    <dgm:pt modelId="{FB98C7A9-0723-40DF-8F2A-7AD7E84C1FFA}" type="pres">
      <dgm:prSet presAssocID="{7FFE2A2E-0DAB-476C-831F-9128B70442DB}" presName="linear" presStyleCnt="0">
        <dgm:presLayoutVars>
          <dgm:dir/>
          <dgm:animLvl val="lvl"/>
          <dgm:resizeHandles val="exact"/>
        </dgm:presLayoutVars>
      </dgm:prSet>
      <dgm:spPr/>
    </dgm:pt>
    <dgm:pt modelId="{F6C0080F-6789-4C1F-8398-3A59994068D3}" type="pres">
      <dgm:prSet presAssocID="{47CFD299-D1D5-4762-8100-85048AAF3E8E}" presName="parentLin" presStyleCnt="0"/>
      <dgm:spPr/>
    </dgm:pt>
    <dgm:pt modelId="{87E62A39-804B-49B1-8AF6-D76A2D7DF24A}" type="pres">
      <dgm:prSet presAssocID="{47CFD299-D1D5-4762-8100-85048AAF3E8E}" presName="parentLeftMargin" presStyleLbl="node1" presStyleIdx="0" presStyleCnt="4"/>
      <dgm:spPr/>
    </dgm:pt>
    <dgm:pt modelId="{3AC5C10E-F83D-490E-93F7-99B32457BD7A}" type="pres">
      <dgm:prSet presAssocID="{47CFD299-D1D5-4762-8100-85048AAF3E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D4BE7AE-AEA9-4052-AC72-B1D302CBC47D}" type="pres">
      <dgm:prSet presAssocID="{47CFD299-D1D5-4762-8100-85048AAF3E8E}" presName="negativeSpace" presStyleCnt="0"/>
      <dgm:spPr/>
    </dgm:pt>
    <dgm:pt modelId="{85BD2874-C223-456D-B3EC-5F12DE443B07}" type="pres">
      <dgm:prSet presAssocID="{47CFD299-D1D5-4762-8100-85048AAF3E8E}" presName="childText" presStyleLbl="conFgAcc1" presStyleIdx="0" presStyleCnt="4">
        <dgm:presLayoutVars>
          <dgm:bulletEnabled val="1"/>
        </dgm:presLayoutVars>
      </dgm:prSet>
      <dgm:spPr/>
    </dgm:pt>
    <dgm:pt modelId="{7273E0D1-B041-4604-AD37-888A7B02C11A}" type="pres">
      <dgm:prSet presAssocID="{02530974-1C17-4277-A5ED-DDF3CA1EC241}" presName="spaceBetweenRectangles" presStyleCnt="0"/>
      <dgm:spPr/>
    </dgm:pt>
    <dgm:pt modelId="{5B0D6CDE-1B7C-49C3-8B90-D5458A9F1E8C}" type="pres">
      <dgm:prSet presAssocID="{8D7B9C15-1EFB-46A5-8AE3-F70BB5121279}" presName="parentLin" presStyleCnt="0"/>
      <dgm:spPr/>
    </dgm:pt>
    <dgm:pt modelId="{FF2E15BC-08A2-4C32-9C18-A0678B10B042}" type="pres">
      <dgm:prSet presAssocID="{8D7B9C15-1EFB-46A5-8AE3-F70BB5121279}" presName="parentLeftMargin" presStyleLbl="node1" presStyleIdx="0" presStyleCnt="4"/>
      <dgm:spPr/>
    </dgm:pt>
    <dgm:pt modelId="{64CAE4AB-1CAE-4404-B02B-C4DA0B3515AC}" type="pres">
      <dgm:prSet presAssocID="{8D7B9C15-1EFB-46A5-8AE3-F70BB51212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984D6D-82A7-4C4F-953F-541B27B596BE}" type="pres">
      <dgm:prSet presAssocID="{8D7B9C15-1EFB-46A5-8AE3-F70BB5121279}" presName="negativeSpace" presStyleCnt="0"/>
      <dgm:spPr/>
    </dgm:pt>
    <dgm:pt modelId="{E09FD4B7-58C3-475C-BADD-2451C8737749}" type="pres">
      <dgm:prSet presAssocID="{8D7B9C15-1EFB-46A5-8AE3-F70BB5121279}" presName="childText" presStyleLbl="conFgAcc1" presStyleIdx="1" presStyleCnt="4">
        <dgm:presLayoutVars>
          <dgm:bulletEnabled val="1"/>
        </dgm:presLayoutVars>
      </dgm:prSet>
      <dgm:spPr/>
    </dgm:pt>
    <dgm:pt modelId="{D83F7CFB-4F26-4A52-8414-8776F34B9209}" type="pres">
      <dgm:prSet presAssocID="{09DD4A1E-90BB-4A7E-87A9-62561E0CAFAD}" presName="spaceBetweenRectangles" presStyleCnt="0"/>
      <dgm:spPr/>
    </dgm:pt>
    <dgm:pt modelId="{33750426-9F3E-4AE6-A042-5226F659557C}" type="pres">
      <dgm:prSet presAssocID="{6C12D445-0F0D-4EFD-ABFB-470F3C3703DB}" presName="parentLin" presStyleCnt="0"/>
      <dgm:spPr/>
    </dgm:pt>
    <dgm:pt modelId="{136BEA19-A12F-4630-B3E8-34A396C6A8A5}" type="pres">
      <dgm:prSet presAssocID="{6C12D445-0F0D-4EFD-ABFB-470F3C3703DB}" presName="parentLeftMargin" presStyleLbl="node1" presStyleIdx="1" presStyleCnt="4"/>
      <dgm:spPr/>
    </dgm:pt>
    <dgm:pt modelId="{B8DB738A-D8FC-457F-A6D2-34AE0E119915}" type="pres">
      <dgm:prSet presAssocID="{6C12D445-0F0D-4EFD-ABFB-470F3C3703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D924FBB-8DD0-4531-9404-D440E05D644F}" type="pres">
      <dgm:prSet presAssocID="{6C12D445-0F0D-4EFD-ABFB-470F3C3703DB}" presName="negativeSpace" presStyleCnt="0"/>
      <dgm:spPr/>
    </dgm:pt>
    <dgm:pt modelId="{04CD0A50-5BD3-4759-9A0F-57D2B4EA55A7}" type="pres">
      <dgm:prSet presAssocID="{6C12D445-0F0D-4EFD-ABFB-470F3C3703DB}" presName="childText" presStyleLbl="conFgAcc1" presStyleIdx="2" presStyleCnt="4">
        <dgm:presLayoutVars>
          <dgm:bulletEnabled val="1"/>
        </dgm:presLayoutVars>
      </dgm:prSet>
      <dgm:spPr/>
    </dgm:pt>
    <dgm:pt modelId="{CB11C322-0D3B-4E9C-B404-24FDEB6BA258}" type="pres">
      <dgm:prSet presAssocID="{41EE1A83-415B-4D7E-8023-CF75549CFBF7}" presName="spaceBetweenRectangles" presStyleCnt="0"/>
      <dgm:spPr/>
    </dgm:pt>
    <dgm:pt modelId="{61800EC6-BEE0-4FE1-B07D-4EF71E18E3ED}" type="pres">
      <dgm:prSet presAssocID="{A247B209-36D0-4AE8-A0F8-495C09F012DC}" presName="parentLin" presStyleCnt="0"/>
      <dgm:spPr/>
    </dgm:pt>
    <dgm:pt modelId="{80AC8718-6BF6-4275-88CD-C7935100CEC8}" type="pres">
      <dgm:prSet presAssocID="{A247B209-36D0-4AE8-A0F8-495C09F012DC}" presName="parentLeftMargin" presStyleLbl="node1" presStyleIdx="2" presStyleCnt="4"/>
      <dgm:spPr/>
    </dgm:pt>
    <dgm:pt modelId="{6E13F318-4C5B-4CEC-AFC6-8FB4F81056DB}" type="pres">
      <dgm:prSet presAssocID="{A247B209-36D0-4AE8-A0F8-495C09F012D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F5A287D-B36F-4170-A39E-6A414F6B4C04}" type="pres">
      <dgm:prSet presAssocID="{A247B209-36D0-4AE8-A0F8-495C09F012DC}" presName="negativeSpace" presStyleCnt="0"/>
      <dgm:spPr/>
    </dgm:pt>
    <dgm:pt modelId="{A6FD964C-4B1B-475B-80B8-32D6D63B08BD}" type="pres">
      <dgm:prSet presAssocID="{A247B209-36D0-4AE8-A0F8-495C09F012D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9C8B717-4263-4D0F-9E2F-EB64F47F2C10}" type="presOf" srcId="{47CFD299-D1D5-4762-8100-85048AAF3E8E}" destId="{87E62A39-804B-49B1-8AF6-D76A2D7DF24A}" srcOrd="0" destOrd="0" presId="urn:microsoft.com/office/officeart/2005/8/layout/list1"/>
    <dgm:cxn modelId="{5B2C8A2F-57B6-4E23-9356-E3EAA63A5D0D}" type="presOf" srcId="{A247B209-36D0-4AE8-A0F8-495C09F012DC}" destId="{80AC8718-6BF6-4275-88CD-C7935100CEC8}" srcOrd="0" destOrd="0" presId="urn:microsoft.com/office/officeart/2005/8/layout/list1"/>
    <dgm:cxn modelId="{3CB2BD5E-E31D-45B2-A3DD-E219DC88B471}" type="presOf" srcId="{8D7B9C15-1EFB-46A5-8AE3-F70BB5121279}" destId="{64CAE4AB-1CAE-4404-B02B-C4DA0B3515AC}" srcOrd="1" destOrd="0" presId="urn:microsoft.com/office/officeart/2005/8/layout/list1"/>
    <dgm:cxn modelId="{F60A7542-A5AC-4BB1-9DFD-6BCA730390C4}" srcId="{7FFE2A2E-0DAB-476C-831F-9128B70442DB}" destId="{6C12D445-0F0D-4EFD-ABFB-470F3C3703DB}" srcOrd="2" destOrd="0" parTransId="{AF38E537-0BE6-4178-9DA5-59D3C6D78764}" sibTransId="{41EE1A83-415B-4D7E-8023-CF75549CFBF7}"/>
    <dgm:cxn modelId="{CDB3DE6C-544F-4FCC-9792-151DE6E2FC8D}" type="presOf" srcId="{6C12D445-0F0D-4EFD-ABFB-470F3C3703DB}" destId="{136BEA19-A12F-4630-B3E8-34A396C6A8A5}" srcOrd="0" destOrd="0" presId="urn:microsoft.com/office/officeart/2005/8/layout/list1"/>
    <dgm:cxn modelId="{8B8C1C51-E2F8-4839-878C-FF1B77DDFB57}" type="presOf" srcId="{8D7B9C15-1EFB-46A5-8AE3-F70BB5121279}" destId="{FF2E15BC-08A2-4C32-9C18-A0678B10B042}" srcOrd="0" destOrd="0" presId="urn:microsoft.com/office/officeart/2005/8/layout/list1"/>
    <dgm:cxn modelId="{85173D53-C1D7-44C4-9C74-BD03A1AE5901}" type="presOf" srcId="{47CFD299-D1D5-4762-8100-85048AAF3E8E}" destId="{3AC5C10E-F83D-490E-93F7-99B32457BD7A}" srcOrd="1" destOrd="0" presId="urn:microsoft.com/office/officeart/2005/8/layout/list1"/>
    <dgm:cxn modelId="{99B1CD98-0EF8-4E02-BB9A-59D83EB45D1D}" type="presOf" srcId="{A247B209-36D0-4AE8-A0F8-495C09F012DC}" destId="{6E13F318-4C5B-4CEC-AFC6-8FB4F81056DB}" srcOrd="1" destOrd="0" presId="urn:microsoft.com/office/officeart/2005/8/layout/list1"/>
    <dgm:cxn modelId="{52BAFEAA-422D-47D7-B68E-8839F0ECAEBC}" srcId="{7FFE2A2E-0DAB-476C-831F-9128B70442DB}" destId="{47CFD299-D1D5-4762-8100-85048AAF3E8E}" srcOrd="0" destOrd="0" parTransId="{1FF17238-2B21-4259-844D-07B5A8806C9E}" sibTransId="{02530974-1C17-4277-A5ED-DDF3CA1EC241}"/>
    <dgm:cxn modelId="{CD9745B3-9772-41FB-BA9B-48B302037FB2}" type="presOf" srcId="{6C12D445-0F0D-4EFD-ABFB-470F3C3703DB}" destId="{B8DB738A-D8FC-457F-A6D2-34AE0E119915}" srcOrd="1" destOrd="0" presId="urn:microsoft.com/office/officeart/2005/8/layout/list1"/>
    <dgm:cxn modelId="{017D5CCE-E870-4A20-AF58-177468B7DA1F}" srcId="{7FFE2A2E-0DAB-476C-831F-9128B70442DB}" destId="{8D7B9C15-1EFB-46A5-8AE3-F70BB5121279}" srcOrd="1" destOrd="0" parTransId="{737C4531-B165-4923-8226-2FD763C91214}" sibTransId="{09DD4A1E-90BB-4A7E-87A9-62561E0CAFAD}"/>
    <dgm:cxn modelId="{3A6A1CE9-6682-478A-951F-F576DD48E33F}" srcId="{7FFE2A2E-0DAB-476C-831F-9128B70442DB}" destId="{A247B209-36D0-4AE8-A0F8-495C09F012DC}" srcOrd="3" destOrd="0" parTransId="{002C6206-977B-40AB-A0D2-55D0BE7FD015}" sibTransId="{2C05593E-6C1C-4B18-878E-7462684C7A60}"/>
    <dgm:cxn modelId="{9FACF7FE-3003-4F8D-BCB9-CB1556983A7F}" type="presOf" srcId="{7FFE2A2E-0DAB-476C-831F-9128B70442DB}" destId="{FB98C7A9-0723-40DF-8F2A-7AD7E84C1FFA}" srcOrd="0" destOrd="0" presId="urn:microsoft.com/office/officeart/2005/8/layout/list1"/>
    <dgm:cxn modelId="{2DA84ECF-083A-480B-9F45-E7F30FB63342}" type="presParOf" srcId="{FB98C7A9-0723-40DF-8F2A-7AD7E84C1FFA}" destId="{F6C0080F-6789-4C1F-8398-3A59994068D3}" srcOrd="0" destOrd="0" presId="urn:microsoft.com/office/officeart/2005/8/layout/list1"/>
    <dgm:cxn modelId="{762BF27C-1914-41F3-AA14-0EDE5F45E34C}" type="presParOf" srcId="{F6C0080F-6789-4C1F-8398-3A59994068D3}" destId="{87E62A39-804B-49B1-8AF6-D76A2D7DF24A}" srcOrd="0" destOrd="0" presId="urn:microsoft.com/office/officeart/2005/8/layout/list1"/>
    <dgm:cxn modelId="{9761EC25-447C-4B99-8D86-0F8C33501857}" type="presParOf" srcId="{F6C0080F-6789-4C1F-8398-3A59994068D3}" destId="{3AC5C10E-F83D-490E-93F7-99B32457BD7A}" srcOrd="1" destOrd="0" presId="urn:microsoft.com/office/officeart/2005/8/layout/list1"/>
    <dgm:cxn modelId="{6DCF1CE8-5F67-4C29-9E8A-9ED7C129F5CC}" type="presParOf" srcId="{FB98C7A9-0723-40DF-8F2A-7AD7E84C1FFA}" destId="{ED4BE7AE-AEA9-4052-AC72-B1D302CBC47D}" srcOrd="1" destOrd="0" presId="urn:microsoft.com/office/officeart/2005/8/layout/list1"/>
    <dgm:cxn modelId="{11051E22-64A1-462C-8044-2B465912F8D5}" type="presParOf" srcId="{FB98C7A9-0723-40DF-8F2A-7AD7E84C1FFA}" destId="{85BD2874-C223-456D-B3EC-5F12DE443B07}" srcOrd="2" destOrd="0" presId="urn:microsoft.com/office/officeart/2005/8/layout/list1"/>
    <dgm:cxn modelId="{9C8834C1-9CFE-47C1-B5CD-DEC56C9C2D84}" type="presParOf" srcId="{FB98C7A9-0723-40DF-8F2A-7AD7E84C1FFA}" destId="{7273E0D1-B041-4604-AD37-888A7B02C11A}" srcOrd="3" destOrd="0" presId="urn:microsoft.com/office/officeart/2005/8/layout/list1"/>
    <dgm:cxn modelId="{08B537B8-6ADC-4B2C-9032-B5D8FABD2157}" type="presParOf" srcId="{FB98C7A9-0723-40DF-8F2A-7AD7E84C1FFA}" destId="{5B0D6CDE-1B7C-49C3-8B90-D5458A9F1E8C}" srcOrd="4" destOrd="0" presId="urn:microsoft.com/office/officeart/2005/8/layout/list1"/>
    <dgm:cxn modelId="{342C1DF7-75D8-4DCB-8E85-3ADDD15B8C48}" type="presParOf" srcId="{5B0D6CDE-1B7C-49C3-8B90-D5458A9F1E8C}" destId="{FF2E15BC-08A2-4C32-9C18-A0678B10B042}" srcOrd="0" destOrd="0" presId="urn:microsoft.com/office/officeart/2005/8/layout/list1"/>
    <dgm:cxn modelId="{830CCC8D-EBCE-4AA2-8C9A-C75F065F1565}" type="presParOf" srcId="{5B0D6CDE-1B7C-49C3-8B90-D5458A9F1E8C}" destId="{64CAE4AB-1CAE-4404-B02B-C4DA0B3515AC}" srcOrd="1" destOrd="0" presId="urn:microsoft.com/office/officeart/2005/8/layout/list1"/>
    <dgm:cxn modelId="{7069D3A5-B8AC-418F-9972-373EB215285E}" type="presParOf" srcId="{FB98C7A9-0723-40DF-8F2A-7AD7E84C1FFA}" destId="{A3984D6D-82A7-4C4F-953F-541B27B596BE}" srcOrd="5" destOrd="0" presId="urn:microsoft.com/office/officeart/2005/8/layout/list1"/>
    <dgm:cxn modelId="{25864F27-66D0-4539-98FC-24AC0D964F21}" type="presParOf" srcId="{FB98C7A9-0723-40DF-8F2A-7AD7E84C1FFA}" destId="{E09FD4B7-58C3-475C-BADD-2451C8737749}" srcOrd="6" destOrd="0" presId="urn:microsoft.com/office/officeart/2005/8/layout/list1"/>
    <dgm:cxn modelId="{B72D158E-5534-4D33-94A8-3067C241C64E}" type="presParOf" srcId="{FB98C7A9-0723-40DF-8F2A-7AD7E84C1FFA}" destId="{D83F7CFB-4F26-4A52-8414-8776F34B9209}" srcOrd="7" destOrd="0" presId="urn:microsoft.com/office/officeart/2005/8/layout/list1"/>
    <dgm:cxn modelId="{68F3697D-9745-4F77-91AB-0399296E8A0C}" type="presParOf" srcId="{FB98C7A9-0723-40DF-8F2A-7AD7E84C1FFA}" destId="{33750426-9F3E-4AE6-A042-5226F659557C}" srcOrd="8" destOrd="0" presId="urn:microsoft.com/office/officeart/2005/8/layout/list1"/>
    <dgm:cxn modelId="{2A4755C6-56D2-4907-AACD-8B44E89B0B94}" type="presParOf" srcId="{33750426-9F3E-4AE6-A042-5226F659557C}" destId="{136BEA19-A12F-4630-B3E8-34A396C6A8A5}" srcOrd="0" destOrd="0" presId="urn:microsoft.com/office/officeart/2005/8/layout/list1"/>
    <dgm:cxn modelId="{EBEC210F-EB16-4369-AA94-E5CD0FFED6C0}" type="presParOf" srcId="{33750426-9F3E-4AE6-A042-5226F659557C}" destId="{B8DB738A-D8FC-457F-A6D2-34AE0E119915}" srcOrd="1" destOrd="0" presId="urn:microsoft.com/office/officeart/2005/8/layout/list1"/>
    <dgm:cxn modelId="{76A0A240-A410-453A-B1DB-7E684529EED5}" type="presParOf" srcId="{FB98C7A9-0723-40DF-8F2A-7AD7E84C1FFA}" destId="{1D924FBB-8DD0-4531-9404-D440E05D644F}" srcOrd="9" destOrd="0" presId="urn:microsoft.com/office/officeart/2005/8/layout/list1"/>
    <dgm:cxn modelId="{4DED7EE5-0E84-487E-917E-002DEF913608}" type="presParOf" srcId="{FB98C7A9-0723-40DF-8F2A-7AD7E84C1FFA}" destId="{04CD0A50-5BD3-4759-9A0F-57D2B4EA55A7}" srcOrd="10" destOrd="0" presId="urn:microsoft.com/office/officeart/2005/8/layout/list1"/>
    <dgm:cxn modelId="{ED62790B-7032-49D8-9736-1A86506C7C74}" type="presParOf" srcId="{FB98C7A9-0723-40DF-8F2A-7AD7E84C1FFA}" destId="{CB11C322-0D3B-4E9C-B404-24FDEB6BA258}" srcOrd="11" destOrd="0" presId="urn:microsoft.com/office/officeart/2005/8/layout/list1"/>
    <dgm:cxn modelId="{047F33BC-70BA-485E-B5AB-22FAC1426538}" type="presParOf" srcId="{FB98C7A9-0723-40DF-8F2A-7AD7E84C1FFA}" destId="{61800EC6-BEE0-4FE1-B07D-4EF71E18E3ED}" srcOrd="12" destOrd="0" presId="urn:microsoft.com/office/officeart/2005/8/layout/list1"/>
    <dgm:cxn modelId="{1E7A0E56-4816-45E1-99CD-72F817A89FA5}" type="presParOf" srcId="{61800EC6-BEE0-4FE1-B07D-4EF71E18E3ED}" destId="{80AC8718-6BF6-4275-88CD-C7935100CEC8}" srcOrd="0" destOrd="0" presId="urn:microsoft.com/office/officeart/2005/8/layout/list1"/>
    <dgm:cxn modelId="{466E1F1F-EA33-4A4F-8210-A66674F6D3B9}" type="presParOf" srcId="{61800EC6-BEE0-4FE1-B07D-4EF71E18E3ED}" destId="{6E13F318-4C5B-4CEC-AFC6-8FB4F81056DB}" srcOrd="1" destOrd="0" presId="urn:microsoft.com/office/officeart/2005/8/layout/list1"/>
    <dgm:cxn modelId="{41E9AC79-DB57-4ED5-8CBE-18F3F00DF488}" type="presParOf" srcId="{FB98C7A9-0723-40DF-8F2A-7AD7E84C1FFA}" destId="{5F5A287D-B36F-4170-A39E-6A414F6B4C04}" srcOrd="13" destOrd="0" presId="urn:microsoft.com/office/officeart/2005/8/layout/list1"/>
    <dgm:cxn modelId="{F8077A77-977A-4CFA-9754-822917170C72}" type="presParOf" srcId="{FB98C7A9-0723-40DF-8F2A-7AD7E84C1FFA}" destId="{A6FD964C-4B1B-475B-80B8-32D6D63B08B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490BB3-A925-4156-A44C-5D1F1CCEC635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9A2ECA4-990E-4528-B9CC-AA3CB88FECB1}">
      <dgm:prSet/>
      <dgm:spPr/>
      <dgm:t>
        <a:bodyPr/>
        <a:lstStyle/>
        <a:p>
          <a:r>
            <a:rPr lang="en-US" b="1"/>
            <a:t>Joint Electoral Vs. Separate Electoral </a:t>
          </a:r>
          <a:endParaRPr lang="en-US"/>
        </a:p>
      </dgm:t>
    </dgm:pt>
    <dgm:pt modelId="{12F71927-4059-4185-88FD-856753C92D90}" type="parTrans" cxnId="{4EB490C1-4CB6-4200-BAFE-1E524CC0FE77}">
      <dgm:prSet/>
      <dgm:spPr/>
      <dgm:t>
        <a:bodyPr/>
        <a:lstStyle/>
        <a:p>
          <a:endParaRPr lang="en-US"/>
        </a:p>
      </dgm:t>
    </dgm:pt>
    <dgm:pt modelId="{B5DD223A-CF7A-4426-9067-C69957C322F3}" type="sibTrans" cxnId="{4EB490C1-4CB6-4200-BAFE-1E524CC0FE77}">
      <dgm:prSet/>
      <dgm:spPr/>
      <dgm:t>
        <a:bodyPr/>
        <a:lstStyle/>
        <a:p>
          <a:endParaRPr lang="en-US"/>
        </a:p>
      </dgm:t>
    </dgm:pt>
    <dgm:pt modelId="{E696004B-FA9D-4EE2-86B0-175B16D823F4}">
      <dgm:prSet/>
      <dgm:spPr/>
      <dgm:t>
        <a:bodyPr/>
        <a:lstStyle/>
        <a:p>
          <a:r>
            <a:rPr lang="en-US"/>
            <a:t>Separate electorates were </a:t>
          </a:r>
          <a:r>
            <a:rPr lang="en-US" b="1" u="sng"/>
            <a:t>reserved for specific religious or social groups</a:t>
          </a:r>
          <a:r>
            <a:rPr lang="en-US"/>
            <a:t>, such as Muslims, Sikhs, and Scheduled Castes to ensure that these groups had </a:t>
          </a:r>
          <a:r>
            <a:rPr lang="en-US" b="1" u="sng"/>
            <a:t>a fair representation in the legislature</a:t>
          </a:r>
          <a:endParaRPr lang="en-US"/>
        </a:p>
      </dgm:t>
    </dgm:pt>
    <dgm:pt modelId="{3D5A4E84-176B-4D60-964E-19E5A9571377}" type="parTrans" cxnId="{CD32B6D1-E0A9-48A7-8608-CE0A79475E63}">
      <dgm:prSet/>
      <dgm:spPr/>
      <dgm:t>
        <a:bodyPr/>
        <a:lstStyle/>
        <a:p>
          <a:endParaRPr lang="en-US"/>
        </a:p>
      </dgm:t>
    </dgm:pt>
    <dgm:pt modelId="{6110176D-7A58-4B01-8766-02A266538831}" type="sibTrans" cxnId="{CD32B6D1-E0A9-48A7-8608-CE0A79475E63}">
      <dgm:prSet/>
      <dgm:spPr/>
      <dgm:t>
        <a:bodyPr/>
        <a:lstStyle/>
        <a:p>
          <a:endParaRPr lang="en-US"/>
        </a:p>
      </dgm:t>
    </dgm:pt>
    <dgm:pt modelId="{5AFE50C3-F936-4C4D-9094-DF888A1EC250}">
      <dgm:prSet/>
      <dgm:spPr/>
      <dgm:t>
        <a:bodyPr/>
        <a:lstStyle/>
        <a:p>
          <a:r>
            <a:rPr lang="en-US"/>
            <a:t>Joint electorates were </a:t>
          </a:r>
          <a:r>
            <a:rPr lang="en-US" b="1" u="sng"/>
            <a:t>open to all voters, regardless of their religion or social group.</a:t>
          </a:r>
          <a:r>
            <a:rPr lang="en-US"/>
            <a:t> </a:t>
          </a:r>
        </a:p>
      </dgm:t>
    </dgm:pt>
    <dgm:pt modelId="{70C6BFD0-E2AA-4D3B-8445-7811FF508AC9}" type="parTrans" cxnId="{638B55EF-EBAF-4A34-8C56-7D4D76ADC0D4}">
      <dgm:prSet/>
      <dgm:spPr/>
      <dgm:t>
        <a:bodyPr/>
        <a:lstStyle/>
        <a:p>
          <a:endParaRPr lang="en-US"/>
        </a:p>
      </dgm:t>
    </dgm:pt>
    <dgm:pt modelId="{2F0C4774-408E-40B6-B261-BE3FDA85BBE7}" type="sibTrans" cxnId="{638B55EF-EBAF-4A34-8C56-7D4D76ADC0D4}">
      <dgm:prSet/>
      <dgm:spPr/>
      <dgm:t>
        <a:bodyPr/>
        <a:lstStyle/>
        <a:p>
          <a:endParaRPr lang="en-US"/>
        </a:p>
      </dgm:t>
    </dgm:pt>
    <dgm:pt modelId="{C2CE2352-2597-4623-9EEA-BA90DC05438B}">
      <dgm:prSet/>
      <dgm:spPr/>
      <dgm:t>
        <a:bodyPr/>
        <a:lstStyle/>
        <a:p>
          <a:r>
            <a:rPr lang="en-US"/>
            <a:t>This system was seen as more democratic, but majority could dominate the minority communities.</a:t>
          </a:r>
        </a:p>
      </dgm:t>
    </dgm:pt>
    <dgm:pt modelId="{8D0B465D-8239-4DE3-8F5D-3767FEEF03AE}" type="parTrans" cxnId="{419F41FA-8AEA-4EA5-BC55-B521674ACBF4}">
      <dgm:prSet/>
      <dgm:spPr/>
      <dgm:t>
        <a:bodyPr/>
        <a:lstStyle/>
        <a:p>
          <a:endParaRPr lang="en-US"/>
        </a:p>
      </dgm:t>
    </dgm:pt>
    <dgm:pt modelId="{B63C3B0A-D8E7-4AB2-9926-E772D7AD2321}" type="sibTrans" cxnId="{419F41FA-8AEA-4EA5-BC55-B521674ACBF4}">
      <dgm:prSet/>
      <dgm:spPr/>
      <dgm:t>
        <a:bodyPr/>
        <a:lstStyle/>
        <a:p>
          <a:endParaRPr lang="en-US"/>
        </a:p>
      </dgm:t>
    </dgm:pt>
    <dgm:pt modelId="{595ADC94-4C95-42B4-9578-A0990D68C9C0}">
      <dgm:prSet/>
      <dgm:spPr/>
      <dgm:t>
        <a:bodyPr/>
        <a:lstStyle/>
        <a:p>
          <a:r>
            <a:rPr lang="en-US" b="1"/>
            <a:t>Hindi vs Urdu</a:t>
          </a:r>
          <a:endParaRPr lang="en-US"/>
        </a:p>
      </dgm:t>
    </dgm:pt>
    <dgm:pt modelId="{368A8ADC-24A4-4E38-B183-7FF4C55A115D}" type="parTrans" cxnId="{EAA8972B-86C3-4695-B75A-FF11CE4FB74F}">
      <dgm:prSet/>
      <dgm:spPr/>
      <dgm:t>
        <a:bodyPr/>
        <a:lstStyle/>
        <a:p>
          <a:endParaRPr lang="en-US"/>
        </a:p>
      </dgm:t>
    </dgm:pt>
    <dgm:pt modelId="{D701EA90-91E1-4C36-95B4-42A4B89CC71B}" type="sibTrans" cxnId="{EAA8972B-86C3-4695-B75A-FF11CE4FB74F}">
      <dgm:prSet/>
      <dgm:spPr/>
      <dgm:t>
        <a:bodyPr/>
        <a:lstStyle/>
        <a:p>
          <a:endParaRPr lang="en-US"/>
        </a:p>
      </dgm:t>
    </dgm:pt>
    <dgm:pt modelId="{BC8EBD75-530F-4D28-9A16-272D612D8BDC}">
      <dgm:prSet/>
      <dgm:spPr/>
      <dgm:t>
        <a:bodyPr/>
        <a:lstStyle/>
        <a:p>
          <a:r>
            <a:rPr lang="en-US"/>
            <a:t>INC was influenced by Hindu nationalist movement: </a:t>
          </a:r>
          <a:r>
            <a:rPr lang="en-US" b="1" u="sng"/>
            <a:t>Hindi as the language of Hindu culture &amp; identity.</a:t>
          </a:r>
          <a:endParaRPr lang="en-US"/>
        </a:p>
      </dgm:t>
    </dgm:pt>
    <dgm:pt modelId="{08337313-0524-4A03-A6D0-7F495422FB4E}" type="parTrans" cxnId="{24E5A52B-5DCF-43D2-A62C-16CEDC3F8DCA}">
      <dgm:prSet/>
      <dgm:spPr/>
      <dgm:t>
        <a:bodyPr/>
        <a:lstStyle/>
        <a:p>
          <a:endParaRPr lang="en-US"/>
        </a:p>
      </dgm:t>
    </dgm:pt>
    <dgm:pt modelId="{F36F7AF0-9318-444A-85FC-1962D7D98697}" type="sibTrans" cxnId="{24E5A52B-5DCF-43D2-A62C-16CEDC3F8DCA}">
      <dgm:prSet/>
      <dgm:spPr/>
      <dgm:t>
        <a:bodyPr/>
        <a:lstStyle/>
        <a:p>
          <a:endParaRPr lang="en-US"/>
        </a:p>
      </dgm:t>
    </dgm:pt>
    <dgm:pt modelId="{69768AD2-97A1-496A-A836-E7CE54006FF5}">
      <dgm:prSet/>
      <dgm:spPr/>
      <dgm:t>
        <a:bodyPr/>
        <a:lstStyle/>
        <a:p>
          <a:r>
            <a:rPr lang="en-US"/>
            <a:t>INC's decision to </a:t>
          </a:r>
          <a:r>
            <a:rPr lang="en-US" b="1" u="sng"/>
            <a:t>promote Hindi over Urdu </a:t>
          </a:r>
          <a:r>
            <a:rPr lang="en-US"/>
            <a:t>was a Hinduizing attempt. </a:t>
          </a:r>
        </a:p>
      </dgm:t>
    </dgm:pt>
    <dgm:pt modelId="{2A7DEBEC-B29A-4D35-8302-D8085A4ACDAA}" type="parTrans" cxnId="{809FBAA7-87BD-465E-8551-0F9DCA1355CE}">
      <dgm:prSet/>
      <dgm:spPr/>
      <dgm:t>
        <a:bodyPr/>
        <a:lstStyle/>
        <a:p>
          <a:endParaRPr lang="en-US"/>
        </a:p>
      </dgm:t>
    </dgm:pt>
    <dgm:pt modelId="{5104A4DD-B79A-47BE-92AB-3E605D68C064}" type="sibTrans" cxnId="{809FBAA7-87BD-465E-8551-0F9DCA1355CE}">
      <dgm:prSet/>
      <dgm:spPr/>
      <dgm:t>
        <a:bodyPr/>
        <a:lstStyle/>
        <a:p>
          <a:endParaRPr lang="en-US"/>
        </a:p>
      </dgm:t>
    </dgm:pt>
    <dgm:pt modelId="{0F7910ED-C231-4DA5-B099-DA1105336BCC}">
      <dgm:prSet/>
      <dgm:spPr/>
      <dgm:t>
        <a:bodyPr/>
        <a:lstStyle/>
        <a:p>
          <a:r>
            <a:rPr lang="en-US" b="1"/>
            <a:t>Wardha Educational Scheme</a:t>
          </a:r>
          <a:endParaRPr lang="en-US"/>
        </a:p>
      </dgm:t>
    </dgm:pt>
    <dgm:pt modelId="{FD376AF7-5E64-4767-BACA-9402CCDCB03F}" type="parTrans" cxnId="{A0E81542-6BBC-49E7-85AD-138905776350}">
      <dgm:prSet/>
      <dgm:spPr/>
      <dgm:t>
        <a:bodyPr/>
        <a:lstStyle/>
        <a:p>
          <a:endParaRPr lang="en-US"/>
        </a:p>
      </dgm:t>
    </dgm:pt>
    <dgm:pt modelId="{A46BB5E9-B74E-4351-83BC-04D13374976D}" type="sibTrans" cxnId="{A0E81542-6BBC-49E7-85AD-138905776350}">
      <dgm:prSet/>
      <dgm:spPr/>
      <dgm:t>
        <a:bodyPr/>
        <a:lstStyle/>
        <a:p>
          <a:endParaRPr lang="en-US"/>
        </a:p>
      </dgm:t>
    </dgm:pt>
    <dgm:pt modelId="{33F23F1C-0A56-47B3-8B1D-B2B8D2DFD7EB}">
      <dgm:prSet/>
      <dgm:spPr/>
      <dgm:t>
        <a:bodyPr/>
        <a:lstStyle/>
        <a:p>
          <a:r>
            <a:rPr lang="en-US" b="1" u="sng"/>
            <a:t>A set of educational guidelines</a:t>
          </a:r>
          <a:r>
            <a:rPr lang="en-US"/>
            <a:t> developed by INC in 1937 based on the </a:t>
          </a:r>
          <a:r>
            <a:rPr lang="en-US" b="1" u="sng"/>
            <a:t>principles of Gandhian education (</a:t>
          </a:r>
          <a:r>
            <a:rPr lang="en-US"/>
            <a:t>vocational training, and character building).</a:t>
          </a:r>
        </a:p>
      </dgm:t>
    </dgm:pt>
    <dgm:pt modelId="{5907369A-1FEA-4F6C-B920-98AB617E0CD2}" type="parTrans" cxnId="{D6EDCEA5-0132-4731-A1E0-B6D2832BB5F2}">
      <dgm:prSet/>
      <dgm:spPr/>
      <dgm:t>
        <a:bodyPr/>
        <a:lstStyle/>
        <a:p>
          <a:endParaRPr lang="en-US"/>
        </a:p>
      </dgm:t>
    </dgm:pt>
    <dgm:pt modelId="{4DBAA6EF-5A88-4A56-AB6D-275A9555E5FC}" type="sibTrans" cxnId="{D6EDCEA5-0132-4731-A1E0-B6D2832BB5F2}">
      <dgm:prSet/>
      <dgm:spPr/>
      <dgm:t>
        <a:bodyPr/>
        <a:lstStyle/>
        <a:p>
          <a:endParaRPr lang="en-US"/>
        </a:p>
      </dgm:t>
    </dgm:pt>
    <dgm:pt modelId="{01654490-3300-44BA-8792-34827A697B63}">
      <dgm:prSet/>
      <dgm:spPr/>
      <dgm:t>
        <a:bodyPr/>
        <a:lstStyle/>
        <a:p>
          <a:r>
            <a:rPr lang="en-US"/>
            <a:t>The scheme was based on the </a:t>
          </a:r>
          <a:r>
            <a:rPr lang="en-US" b="1" u="sng"/>
            <a:t>Hinduization of education</a:t>
          </a:r>
          <a:r>
            <a:rPr lang="en-US"/>
            <a:t> in India because it emphasized the study of Hindi language</a:t>
          </a:r>
        </a:p>
      </dgm:t>
    </dgm:pt>
    <dgm:pt modelId="{2E3535B1-108C-4964-A62D-50569F86082A}" type="parTrans" cxnId="{2CE4EA43-D754-4297-A9CC-EE5B9C130EF9}">
      <dgm:prSet/>
      <dgm:spPr/>
      <dgm:t>
        <a:bodyPr/>
        <a:lstStyle/>
        <a:p>
          <a:endParaRPr lang="en-US"/>
        </a:p>
      </dgm:t>
    </dgm:pt>
    <dgm:pt modelId="{F2A0445C-EEC7-4BC7-B779-B7E0D2A25C74}" type="sibTrans" cxnId="{2CE4EA43-D754-4297-A9CC-EE5B9C130EF9}">
      <dgm:prSet/>
      <dgm:spPr/>
      <dgm:t>
        <a:bodyPr/>
        <a:lstStyle/>
        <a:p>
          <a:endParaRPr lang="en-US"/>
        </a:p>
      </dgm:t>
    </dgm:pt>
    <dgm:pt modelId="{F32CDB2C-9E0A-4863-B3D3-52EBF3A76D1A}">
      <dgm:prSet/>
      <dgm:spPr/>
      <dgm:t>
        <a:bodyPr/>
        <a:lstStyle/>
        <a:p>
          <a:r>
            <a:rPr lang="en-US"/>
            <a:t>The scheme did not adequately address the needs of Muslim students, such as the need for religious instruction.</a:t>
          </a:r>
        </a:p>
      </dgm:t>
    </dgm:pt>
    <dgm:pt modelId="{5BBE2C75-D292-4905-9003-FE4E5EB4FA4A}" type="parTrans" cxnId="{D976BA85-7D6B-468F-A27D-94F2ED0DAD86}">
      <dgm:prSet/>
      <dgm:spPr/>
      <dgm:t>
        <a:bodyPr/>
        <a:lstStyle/>
        <a:p>
          <a:endParaRPr lang="en-US"/>
        </a:p>
      </dgm:t>
    </dgm:pt>
    <dgm:pt modelId="{CAD335C4-2A68-4F4E-8087-B127C1675301}" type="sibTrans" cxnId="{D976BA85-7D6B-468F-A27D-94F2ED0DAD86}">
      <dgm:prSet/>
      <dgm:spPr/>
      <dgm:t>
        <a:bodyPr/>
        <a:lstStyle/>
        <a:p>
          <a:endParaRPr lang="en-US"/>
        </a:p>
      </dgm:t>
    </dgm:pt>
    <dgm:pt modelId="{6C5E3604-BB41-48EB-A8B8-00301D5F2194}">
      <dgm:prSet/>
      <dgm:spPr/>
      <dgm:t>
        <a:bodyPr/>
        <a:lstStyle/>
        <a:p>
          <a:r>
            <a:rPr lang="en-US" dirty="0"/>
            <a:t>The scheme framed to promote Hindu values and interests.</a:t>
          </a:r>
        </a:p>
      </dgm:t>
    </dgm:pt>
    <dgm:pt modelId="{5A7A54DA-6740-4D54-86DC-E0A73C133DBA}" type="parTrans" cxnId="{54B51FC1-7C50-4ADC-86AE-83E92E76109F}">
      <dgm:prSet/>
      <dgm:spPr/>
      <dgm:t>
        <a:bodyPr/>
        <a:lstStyle/>
        <a:p>
          <a:endParaRPr lang="en-US"/>
        </a:p>
      </dgm:t>
    </dgm:pt>
    <dgm:pt modelId="{53B4C2AD-DBD6-416C-93DF-F9015B28D0E5}" type="sibTrans" cxnId="{54B51FC1-7C50-4ADC-86AE-83E92E76109F}">
      <dgm:prSet/>
      <dgm:spPr/>
      <dgm:t>
        <a:bodyPr/>
        <a:lstStyle/>
        <a:p>
          <a:endParaRPr lang="en-US"/>
        </a:p>
      </dgm:t>
    </dgm:pt>
    <dgm:pt modelId="{DD07BADC-AA48-4CBF-B479-E08E0BD98D4C}" type="pres">
      <dgm:prSet presAssocID="{E8490BB3-A925-4156-A44C-5D1F1CCEC635}" presName="vert0" presStyleCnt="0">
        <dgm:presLayoutVars>
          <dgm:dir/>
          <dgm:animOne val="branch"/>
          <dgm:animLvl val="lvl"/>
        </dgm:presLayoutVars>
      </dgm:prSet>
      <dgm:spPr/>
    </dgm:pt>
    <dgm:pt modelId="{489CBF6A-B978-4798-B5D3-7D91D6468794}" type="pres">
      <dgm:prSet presAssocID="{89A2ECA4-990E-4528-B9CC-AA3CB88FECB1}" presName="thickLine" presStyleLbl="alignNode1" presStyleIdx="0" presStyleCnt="3"/>
      <dgm:spPr/>
    </dgm:pt>
    <dgm:pt modelId="{B5973BD9-439B-4E83-A62A-68F952BEEC48}" type="pres">
      <dgm:prSet presAssocID="{89A2ECA4-990E-4528-B9CC-AA3CB88FECB1}" presName="horz1" presStyleCnt="0"/>
      <dgm:spPr/>
    </dgm:pt>
    <dgm:pt modelId="{E9346EA0-B4FC-4EA4-84A0-D5B01663B4DA}" type="pres">
      <dgm:prSet presAssocID="{89A2ECA4-990E-4528-B9CC-AA3CB88FECB1}" presName="tx1" presStyleLbl="revTx" presStyleIdx="0" presStyleCnt="12"/>
      <dgm:spPr/>
    </dgm:pt>
    <dgm:pt modelId="{12DFBD66-4B9B-4DBB-8D24-A12F044315CE}" type="pres">
      <dgm:prSet presAssocID="{89A2ECA4-990E-4528-B9CC-AA3CB88FECB1}" presName="vert1" presStyleCnt="0"/>
      <dgm:spPr/>
    </dgm:pt>
    <dgm:pt modelId="{625A4B2B-0D38-47FE-9C4C-B425E7EF4594}" type="pres">
      <dgm:prSet presAssocID="{E696004B-FA9D-4EE2-86B0-175B16D823F4}" presName="vertSpace2a" presStyleCnt="0"/>
      <dgm:spPr/>
    </dgm:pt>
    <dgm:pt modelId="{707570D9-841E-4903-8700-2D205391492B}" type="pres">
      <dgm:prSet presAssocID="{E696004B-FA9D-4EE2-86B0-175B16D823F4}" presName="horz2" presStyleCnt="0"/>
      <dgm:spPr/>
    </dgm:pt>
    <dgm:pt modelId="{204CC3FB-D62A-4BCA-B986-72A726FAD17B}" type="pres">
      <dgm:prSet presAssocID="{E696004B-FA9D-4EE2-86B0-175B16D823F4}" presName="horzSpace2" presStyleCnt="0"/>
      <dgm:spPr/>
    </dgm:pt>
    <dgm:pt modelId="{BE99E220-93FC-4965-B392-DCFD0E775310}" type="pres">
      <dgm:prSet presAssocID="{E696004B-FA9D-4EE2-86B0-175B16D823F4}" presName="tx2" presStyleLbl="revTx" presStyleIdx="1" presStyleCnt="12"/>
      <dgm:spPr/>
    </dgm:pt>
    <dgm:pt modelId="{BA7FBFB0-79AD-4146-8F32-F4D367428B9E}" type="pres">
      <dgm:prSet presAssocID="{E696004B-FA9D-4EE2-86B0-175B16D823F4}" presName="vert2" presStyleCnt="0"/>
      <dgm:spPr/>
    </dgm:pt>
    <dgm:pt modelId="{38E1FDD7-0E2C-4379-80EE-B12F67339EEE}" type="pres">
      <dgm:prSet presAssocID="{E696004B-FA9D-4EE2-86B0-175B16D823F4}" presName="thinLine2b" presStyleLbl="callout" presStyleIdx="0" presStyleCnt="9"/>
      <dgm:spPr/>
    </dgm:pt>
    <dgm:pt modelId="{B5BAFA14-E5E7-45E7-BCCB-EA5F3BE7D542}" type="pres">
      <dgm:prSet presAssocID="{E696004B-FA9D-4EE2-86B0-175B16D823F4}" presName="vertSpace2b" presStyleCnt="0"/>
      <dgm:spPr/>
    </dgm:pt>
    <dgm:pt modelId="{0CF5268B-725E-4068-96BC-B33193E9E952}" type="pres">
      <dgm:prSet presAssocID="{5AFE50C3-F936-4C4D-9094-DF888A1EC250}" presName="horz2" presStyleCnt="0"/>
      <dgm:spPr/>
    </dgm:pt>
    <dgm:pt modelId="{2BB16BC1-412F-41CE-BB6B-8F23749031D7}" type="pres">
      <dgm:prSet presAssocID="{5AFE50C3-F936-4C4D-9094-DF888A1EC250}" presName="horzSpace2" presStyleCnt="0"/>
      <dgm:spPr/>
    </dgm:pt>
    <dgm:pt modelId="{DB8478A4-29C7-4492-93DE-E234B9E5FFC7}" type="pres">
      <dgm:prSet presAssocID="{5AFE50C3-F936-4C4D-9094-DF888A1EC250}" presName="tx2" presStyleLbl="revTx" presStyleIdx="2" presStyleCnt="12"/>
      <dgm:spPr/>
    </dgm:pt>
    <dgm:pt modelId="{77640AED-EB55-469C-92BC-42B1F8EFD9DE}" type="pres">
      <dgm:prSet presAssocID="{5AFE50C3-F936-4C4D-9094-DF888A1EC250}" presName="vert2" presStyleCnt="0"/>
      <dgm:spPr/>
    </dgm:pt>
    <dgm:pt modelId="{A615CC93-A8DC-4F42-825C-DD263E6A27B8}" type="pres">
      <dgm:prSet presAssocID="{5AFE50C3-F936-4C4D-9094-DF888A1EC250}" presName="thinLine2b" presStyleLbl="callout" presStyleIdx="1" presStyleCnt="9"/>
      <dgm:spPr/>
    </dgm:pt>
    <dgm:pt modelId="{6E2D655D-F4A8-4FF3-B3A4-FDE6F9A678A0}" type="pres">
      <dgm:prSet presAssocID="{5AFE50C3-F936-4C4D-9094-DF888A1EC250}" presName="vertSpace2b" presStyleCnt="0"/>
      <dgm:spPr/>
    </dgm:pt>
    <dgm:pt modelId="{6A7909CF-2CAA-4E62-A794-FB0496723F0B}" type="pres">
      <dgm:prSet presAssocID="{C2CE2352-2597-4623-9EEA-BA90DC05438B}" presName="horz2" presStyleCnt="0"/>
      <dgm:spPr/>
    </dgm:pt>
    <dgm:pt modelId="{BDB89200-00BB-4D1C-9518-241001A32B34}" type="pres">
      <dgm:prSet presAssocID="{C2CE2352-2597-4623-9EEA-BA90DC05438B}" presName="horzSpace2" presStyleCnt="0"/>
      <dgm:spPr/>
    </dgm:pt>
    <dgm:pt modelId="{9212AE5C-2BEB-4C1F-8788-547A7CB78BD7}" type="pres">
      <dgm:prSet presAssocID="{C2CE2352-2597-4623-9EEA-BA90DC05438B}" presName="tx2" presStyleLbl="revTx" presStyleIdx="3" presStyleCnt="12"/>
      <dgm:spPr/>
    </dgm:pt>
    <dgm:pt modelId="{F2832F69-0B54-4FC8-B241-C81C4EAD824A}" type="pres">
      <dgm:prSet presAssocID="{C2CE2352-2597-4623-9EEA-BA90DC05438B}" presName="vert2" presStyleCnt="0"/>
      <dgm:spPr/>
    </dgm:pt>
    <dgm:pt modelId="{93E79865-00AB-4C8A-99E2-806B8498E801}" type="pres">
      <dgm:prSet presAssocID="{C2CE2352-2597-4623-9EEA-BA90DC05438B}" presName="thinLine2b" presStyleLbl="callout" presStyleIdx="2" presStyleCnt="9"/>
      <dgm:spPr/>
    </dgm:pt>
    <dgm:pt modelId="{69429A59-F7A0-4B8B-B135-E33D78EB27FE}" type="pres">
      <dgm:prSet presAssocID="{C2CE2352-2597-4623-9EEA-BA90DC05438B}" presName="vertSpace2b" presStyleCnt="0"/>
      <dgm:spPr/>
    </dgm:pt>
    <dgm:pt modelId="{9D0FF7A2-3F8F-41FA-A05D-E39F7465B300}" type="pres">
      <dgm:prSet presAssocID="{595ADC94-4C95-42B4-9578-A0990D68C9C0}" presName="thickLine" presStyleLbl="alignNode1" presStyleIdx="1" presStyleCnt="3"/>
      <dgm:spPr/>
    </dgm:pt>
    <dgm:pt modelId="{6209D598-2F44-4F09-9D36-63D83EEE2778}" type="pres">
      <dgm:prSet presAssocID="{595ADC94-4C95-42B4-9578-A0990D68C9C0}" presName="horz1" presStyleCnt="0"/>
      <dgm:spPr/>
    </dgm:pt>
    <dgm:pt modelId="{919A37E2-45FF-4F5E-BDAB-EE360C5EA79E}" type="pres">
      <dgm:prSet presAssocID="{595ADC94-4C95-42B4-9578-A0990D68C9C0}" presName="tx1" presStyleLbl="revTx" presStyleIdx="4" presStyleCnt="12"/>
      <dgm:spPr/>
    </dgm:pt>
    <dgm:pt modelId="{D672E264-302E-42FF-9BCB-331E10102B39}" type="pres">
      <dgm:prSet presAssocID="{595ADC94-4C95-42B4-9578-A0990D68C9C0}" presName="vert1" presStyleCnt="0"/>
      <dgm:spPr/>
    </dgm:pt>
    <dgm:pt modelId="{82C3C7D6-2889-4F25-9F47-4F5885673125}" type="pres">
      <dgm:prSet presAssocID="{BC8EBD75-530F-4D28-9A16-272D612D8BDC}" presName="vertSpace2a" presStyleCnt="0"/>
      <dgm:spPr/>
    </dgm:pt>
    <dgm:pt modelId="{9C296B97-03FA-4189-A6A2-5A4BE2DCE9E4}" type="pres">
      <dgm:prSet presAssocID="{BC8EBD75-530F-4D28-9A16-272D612D8BDC}" presName="horz2" presStyleCnt="0"/>
      <dgm:spPr/>
    </dgm:pt>
    <dgm:pt modelId="{A1B228F9-8566-42BE-97E7-E6ED358DCFC3}" type="pres">
      <dgm:prSet presAssocID="{BC8EBD75-530F-4D28-9A16-272D612D8BDC}" presName="horzSpace2" presStyleCnt="0"/>
      <dgm:spPr/>
    </dgm:pt>
    <dgm:pt modelId="{DED9C42A-AD49-4D55-B672-897E694A362F}" type="pres">
      <dgm:prSet presAssocID="{BC8EBD75-530F-4D28-9A16-272D612D8BDC}" presName="tx2" presStyleLbl="revTx" presStyleIdx="5" presStyleCnt="12"/>
      <dgm:spPr/>
    </dgm:pt>
    <dgm:pt modelId="{41B9F70A-5EBB-40DC-849D-7D5ABF1E479B}" type="pres">
      <dgm:prSet presAssocID="{BC8EBD75-530F-4D28-9A16-272D612D8BDC}" presName="vert2" presStyleCnt="0"/>
      <dgm:spPr/>
    </dgm:pt>
    <dgm:pt modelId="{84467C5B-090C-401A-A285-017131C53356}" type="pres">
      <dgm:prSet presAssocID="{BC8EBD75-530F-4D28-9A16-272D612D8BDC}" presName="thinLine2b" presStyleLbl="callout" presStyleIdx="3" presStyleCnt="9"/>
      <dgm:spPr/>
    </dgm:pt>
    <dgm:pt modelId="{018AA858-DEC9-48B6-A5ED-E321DD665B00}" type="pres">
      <dgm:prSet presAssocID="{BC8EBD75-530F-4D28-9A16-272D612D8BDC}" presName="vertSpace2b" presStyleCnt="0"/>
      <dgm:spPr/>
    </dgm:pt>
    <dgm:pt modelId="{80CDB130-9CC9-4EB8-A584-D3EC80295A8E}" type="pres">
      <dgm:prSet presAssocID="{69768AD2-97A1-496A-A836-E7CE54006FF5}" presName="horz2" presStyleCnt="0"/>
      <dgm:spPr/>
    </dgm:pt>
    <dgm:pt modelId="{E00269EC-F5AF-4D1B-9F68-075802024A77}" type="pres">
      <dgm:prSet presAssocID="{69768AD2-97A1-496A-A836-E7CE54006FF5}" presName="horzSpace2" presStyleCnt="0"/>
      <dgm:spPr/>
    </dgm:pt>
    <dgm:pt modelId="{5612B161-5BC5-4D13-9696-91ED8321B763}" type="pres">
      <dgm:prSet presAssocID="{69768AD2-97A1-496A-A836-E7CE54006FF5}" presName="tx2" presStyleLbl="revTx" presStyleIdx="6" presStyleCnt="12"/>
      <dgm:spPr/>
    </dgm:pt>
    <dgm:pt modelId="{86442BB5-3F0B-4CA9-A1CA-70849DAF47CC}" type="pres">
      <dgm:prSet presAssocID="{69768AD2-97A1-496A-A836-E7CE54006FF5}" presName="vert2" presStyleCnt="0"/>
      <dgm:spPr/>
    </dgm:pt>
    <dgm:pt modelId="{FE75CA04-A7F5-4245-8CE9-38BEDFC22082}" type="pres">
      <dgm:prSet presAssocID="{69768AD2-97A1-496A-A836-E7CE54006FF5}" presName="thinLine2b" presStyleLbl="callout" presStyleIdx="4" presStyleCnt="9"/>
      <dgm:spPr/>
    </dgm:pt>
    <dgm:pt modelId="{55376EA9-F769-4CC1-B4A8-CA30EBA2E45F}" type="pres">
      <dgm:prSet presAssocID="{69768AD2-97A1-496A-A836-E7CE54006FF5}" presName="vertSpace2b" presStyleCnt="0"/>
      <dgm:spPr/>
    </dgm:pt>
    <dgm:pt modelId="{5F1E105B-44D9-4796-8C56-5FBC11032EFC}" type="pres">
      <dgm:prSet presAssocID="{0F7910ED-C231-4DA5-B099-DA1105336BCC}" presName="thickLine" presStyleLbl="alignNode1" presStyleIdx="2" presStyleCnt="3"/>
      <dgm:spPr/>
    </dgm:pt>
    <dgm:pt modelId="{5F194D93-5D66-4D18-88FE-A58CA00B7F28}" type="pres">
      <dgm:prSet presAssocID="{0F7910ED-C231-4DA5-B099-DA1105336BCC}" presName="horz1" presStyleCnt="0"/>
      <dgm:spPr/>
    </dgm:pt>
    <dgm:pt modelId="{79EC377B-780A-4512-AD42-4C8DC74F48E5}" type="pres">
      <dgm:prSet presAssocID="{0F7910ED-C231-4DA5-B099-DA1105336BCC}" presName="tx1" presStyleLbl="revTx" presStyleIdx="7" presStyleCnt="12"/>
      <dgm:spPr/>
    </dgm:pt>
    <dgm:pt modelId="{AF8297B5-3366-4B94-8FB2-2690989CD0D7}" type="pres">
      <dgm:prSet presAssocID="{0F7910ED-C231-4DA5-B099-DA1105336BCC}" presName="vert1" presStyleCnt="0"/>
      <dgm:spPr/>
    </dgm:pt>
    <dgm:pt modelId="{FFEE43FD-DB1B-4745-8C44-6D3714EB4BC9}" type="pres">
      <dgm:prSet presAssocID="{33F23F1C-0A56-47B3-8B1D-B2B8D2DFD7EB}" presName="vertSpace2a" presStyleCnt="0"/>
      <dgm:spPr/>
    </dgm:pt>
    <dgm:pt modelId="{93188F90-EF14-44DD-B207-7EC38DE34E74}" type="pres">
      <dgm:prSet presAssocID="{33F23F1C-0A56-47B3-8B1D-B2B8D2DFD7EB}" presName="horz2" presStyleCnt="0"/>
      <dgm:spPr/>
    </dgm:pt>
    <dgm:pt modelId="{80D57E86-7951-4264-AFD8-3B018B74463C}" type="pres">
      <dgm:prSet presAssocID="{33F23F1C-0A56-47B3-8B1D-B2B8D2DFD7EB}" presName="horzSpace2" presStyleCnt="0"/>
      <dgm:spPr/>
    </dgm:pt>
    <dgm:pt modelId="{0354E673-75D4-40E1-A68F-EC65CF5AA5BA}" type="pres">
      <dgm:prSet presAssocID="{33F23F1C-0A56-47B3-8B1D-B2B8D2DFD7EB}" presName="tx2" presStyleLbl="revTx" presStyleIdx="8" presStyleCnt="12"/>
      <dgm:spPr/>
    </dgm:pt>
    <dgm:pt modelId="{0ECFF41C-BDDC-4A06-8514-112A098D0A5F}" type="pres">
      <dgm:prSet presAssocID="{33F23F1C-0A56-47B3-8B1D-B2B8D2DFD7EB}" presName="vert2" presStyleCnt="0"/>
      <dgm:spPr/>
    </dgm:pt>
    <dgm:pt modelId="{5DD2FD25-28C6-40F2-8E2D-C0E0C134DB85}" type="pres">
      <dgm:prSet presAssocID="{33F23F1C-0A56-47B3-8B1D-B2B8D2DFD7EB}" presName="thinLine2b" presStyleLbl="callout" presStyleIdx="5" presStyleCnt="9"/>
      <dgm:spPr/>
    </dgm:pt>
    <dgm:pt modelId="{CE2F3F15-81C3-4324-80CF-47003B4910B4}" type="pres">
      <dgm:prSet presAssocID="{33F23F1C-0A56-47B3-8B1D-B2B8D2DFD7EB}" presName="vertSpace2b" presStyleCnt="0"/>
      <dgm:spPr/>
    </dgm:pt>
    <dgm:pt modelId="{70BC2AF3-6502-406C-831F-4422B56B5C4D}" type="pres">
      <dgm:prSet presAssocID="{01654490-3300-44BA-8792-34827A697B63}" presName="horz2" presStyleCnt="0"/>
      <dgm:spPr/>
    </dgm:pt>
    <dgm:pt modelId="{ACF2E5DA-6C13-485E-8286-B08CCD7D19B9}" type="pres">
      <dgm:prSet presAssocID="{01654490-3300-44BA-8792-34827A697B63}" presName="horzSpace2" presStyleCnt="0"/>
      <dgm:spPr/>
    </dgm:pt>
    <dgm:pt modelId="{38E230B8-AED2-455D-A909-1F7494549A98}" type="pres">
      <dgm:prSet presAssocID="{01654490-3300-44BA-8792-34827A697B63}" presName="tx2" presStyleLbl="revTx" presStyleIdx="9" presStyleCnt="12"/>
      <dgm:spPr/>
    </dgm:pt>
    <dgm:pt modelId="{0A0794E2-C849-4AB5-9B6E-E78E87FF22F6}" type="pres">
      <dgm:prSet presAssocID="{01654490-3300-44BA-8792-34827A697B63}" presName="vert2" presStyleCnt="0"/>
      <dgm:spPr/>
    </dgm:pt>
    <dgm:pt modelId="{C9430435-6459-4E3F-BF18-73F4CE0C6105}" type="pres">
      <dgm:prSet presAssocID="{01654490-3300-44BA-8792-34827A697B63}" presName="thinLine2b" presStyleLbl="callout" presStyleIdx="6" presStyleCnt="9"/>
      <dgm:spPr/>
    </dgm:pt>
    <dgm:pt modelId="{4D5923C0-BA66-4343-9101-79DD2D701CDA}" type="pres">
      <dgm:prSet presAssocID="{01654490-3300-44BA-8792-34827A697B63}" presName="vertSpace2b" presStyleCnt="0"/>
      <dgm:spPr/>
    </dgm:pt>
    <dgm:pt modelId="{31426637-388B-4700-ADFF-A939E76CBB2F}" type="pres">
      <dgm:prSet presAssocID="{F32CDB2C-9E0A-4863-B3D3-52EBF3A76D1A}" presName="horz2" presStyleCnt="0"/>
      <dgm:spPr/>
    </dgm:pt>
    <dgm:pt modelId="{8DBD57C5-FC98-4DD3-84EC-6EA166EF3A75}" type="pres">
      <dgm:prSet presAssocID="{F32CDB2C-9E0A-4863-B3D3-52EBF3A76D1A}" presName="horzSpace2" presStyleCnt="0"/>
      <dgm:spPr/>
    </dgm:pt>
    <dgm:pt modelId="{C369AA02-2AE1-495C-8014-882B84109F70}" type="pres">
      <dgm:prSet presAssocID="{F32CDB2C-9E0A-4863-B3D3-52EBF3A76D1A}" presName="tx2" presStyleLbl="revTx" presStyleIdx="10" presStyleCnt="12"/>
      <dgm:spPr/>
    </dgm:pt>
    <dgm:pt modelId="{9C7F45D4-3192-4174-8A06-4E11F92CC305}" type="pres">
      <dgm:prSet presAssocID="{F32CDB2C-9E0A-4863-B3D3-52EBF3A76D1A}" presName="vert2" presStyleCnt="0"/>
      <dgm:spPr/>
    </dgm:pt>
    <dgm:pt modelId="{4921663C-6DD5-46F7-A5E8-53F1C86D1217}" type="pres">
      <dgm:prSet presAssocID="{F32CDB2C-9E0A-4863-B3D3-52EBF3A76D1A}" presName="thinLine2b" presStyleLbl="callout" presStyleIdx="7" presStyleCnt="9"/>
      <dgm:spPr/>
    </dgm:pt>
    <dgm:pt modelId="{4E5C77F8-AAAA-4213-9236-7147AB36A371}" type="pres">
      <dgm:prSet presAssocID="{F32CDB2C-9E0A-4863-B3D3-52EBF3A76D1A}" presName="vertSpace2b" presStyleCnt="0"/>
      <dgm:spPr/>
    </dgm:pt>
    <dgm:pt modelId="{15D22E47-E2C5-491F-BFB6-FCEC98F96C73}" type="pres">
      <dgm:prSet presAssocID="{6C5E3604-BB41-48EB-A8B8-00301D5F2194}" presName="horz2" presStyleCnt="0"/>
      <dgm:spPr/>
    </dgm:pt>
    <dgm:pt modelId="{02CFA7CB-C596-43E1-BBF0-1F46FDA7A406}" type="pres">
      <dgm:prSet presAssocID="{6C5E3604-BB41-48EB-A8B8-00301D5F2194}" presName="horzSpace2" presStyleCnt="0"/>
      <dgm:spPr/>
    </dgm:pt>
    <dgm:pt modelId="{19B61E05-11BC-46F5-90E1-1C5626704B75}" type="pres">
      <dgm:prSet presAssocID="{6C5E3604-BB41-48EB-A8B8-00301D5F2194}" presName="tx2" presStyleLbl="revTx" presStyleIdx="11" presStyleCnt="12"/>
      <dgm:spPr/>
    </dgm:pt>
    <dgm:pt modelId="{2EFEA198-611F-4F02-932F-87EF46CDD9E0}" type="pres">
      <dgm:prSet presAssocID="{6C5E3604-BB41-48EB-A8B8-00301D5F2194}" presName="vert2" presStyleCnt="0"/>
      <dgm:spPr/>
    </dgm:pt>
    <dgm:pt modelId="{E6EB0C14-9958-41D9-8866-861E01CD9084}" type="pres">
      <dgm:prSet presAssocID="{6C5E3604-BB41-48EB-A8B8-00301D5F2194}" presName="thinLine2b" presStyleLbl="callout" presStyleIdx="8" presStyleCnt="9"/>
      <dgm:spPr/>
    </dgm:pt>
    <dgm:pt modelId="{8B4ACD7B-CD9A-4F4B-B11D-F90BA4CB5AE4}" type="pres">
      <dgm:prSet presAssocID="{6C5E3604-BB41-48EB-A8B8-00301D5F2194}" presName="vertSpace2b" presStyleCnt="0"/>
      <dgm:spPr/>
    </dgm:pt>
  </dgm:ptLst>
  <dgm:cxnLst>
    <dgm:cxn modelId="{2B106A0B-F000-4197-824E-A8E98B82FF7B}" type="presOf" srcId="{595ADC94-4C95-42B4-9578-A0990D68C9C0}" destId="{919A37E2-45FF-4F5E-BDAB-EE360C5EA79E}" srcOrd="0" destOrd="0" presId="urn:microsoft.com/office/officeart/2008/layout/LinedList"/>
    <dgm:cxn modelId="{78462C21-D45A-4772-A154-522561658C85}" type="presOf" srcId="{6C5E3604-BB41-48EB-A8B8-00301D5F2194}" destId="{19B61E05-11BC-46F5-90E1-1C5626704B75}" srcOrd="0" destOrd="0" presId="urn:microsoft.com/office/officeart/2008/layout/LinedList"/>
    <dgm:cxn modelId="{EAA8972B-86C3-4695-B75A-FF11CE4FB74F}" srcId="{E8490BB3-A925-4156-A44C-5D1F1CCEC635}" destId="{595ADC94-4C95-42B4-9578-A0990D68C9C0}" srcOrd="1" destOrd="0" parTransId="{368A8ADC-24A4-4E38-B183-7FF4C55A115D}" sibTransId="{D701EA90-91E1-4C36-95B4-42A4B89CC71B}"/>
    <dgm:cxn modelId="{24E5A52B-5DCF-43D2-A62C-16CEDC3F8DCA}" srcId="{595ADC94-4C95-42B4-9578-A0990D68C9C0}" destId="{BC8EBD75-530F-4D28-9A16-272D612D8BDC}" srcOrd="0" destOrd="0" parTransId="{08337313-0524-4A03-A6D0-7F495422FB4E}" sibTransId="{F36F7AF0-9318-444A-85FC-1962D7D98697}"/>
    <dgm:cxn modelId="{3B53A72C-AB0B-4223-B302-326EEC603C84}" type="presOf" srcId="{69768AD2-97A1-496A-A836-E7CE54006FF5}" destId="{5612B161-5BC5-4D13-9696-91ED8321B763}" srcOrd="0" destOrd="0" presId="urn:microsoft.com/office/officeart/2008/layout/LinedList"/>
    <dgm:cxn modelId="{A0E81542-6BBC-49E7-85AD-138905776350}" srcId="{E8490BB3-A925-4156-A44C-5D1F1CCEC635}" destId="{0F7910ED-C231-4DA5-B099-DA1105336BCC}" srcOrd="2" destOrd="0" parTransId="{FD376AF7-5E64-4767-BACA-9402CCDCB03F}" sibTransId="{A46BB5E9-B74E-4351-83BC-04D13374976D}"/>
    <dgm:cxn modelId="{2CE4EA43-D754-4297-A9CC-EE5B9C130EF9}" srcId="{0F7910ED-C231-4DA5-B099-DA1105336BCC}" destId="{01654490-3300-44BA-8792-34827A697B63}" srcOrd="1" destOrd="0" parTransId="{2E3535B1-108C-4964-A62D-50569F86082A}" sibTransId="{F2A0445C-EEC7-4BC7-B779-B7E0D2A25C74}"/>
    <dgm:cxn modelId="{6BACF068-4092-426E-B100-7C959EF3E980}" type="presOf" srcId="{F32CDB2C-9E0A-4863-B3D3-52EBF3A76D1A}" destId="{C369AA02-2AE1-495C-8014-882B84109F70}" srcOrd="0" destOrd="0" presId="urn:microsoft.com/office/officeart/2008/layout/LinedList"/>
    <dgm:cxn modelId="{FCAC3C4B-C262-426E-824F-514C08B5A860}" type="presOf" srcId="{BC8EBD75-530F-4D28-9A16-272D612D8BDC}" destId="{DED9C42A-AD49-4D55-B672-897E694A362F}" srcOrd="0" destOrd="0" presId="urn:microsoft.com/office/officeart/2008/layout/LinedList"/>
    <dgm:cxn modelId="{D976BA85-7D6B-468F-A27D-94F2ED0DAD86}" srcId="{0F7910ED-C231-4DA5-B099-DA1105336BCC}" destId="{F32CDB2C-9E0A-4863-B3D3-52EBF3A76D1A}" srcOrd="2" destOrd="0" parTransId="{5BBE2C75-D292-4905-9003-FE4E5EB4FA4A}" sibTransId="{CAD335C4-2A68-4F4E-8087-B127C1675301}"/>
    <dgm:cxn modelId="{B5CABC97-801D-42C4-81FE-08AB6CC71D9E}" type="presOf" srcId="{33F23F1C-0A56-47B3-8B1D-B2B8D2DFD7EB}" destId="{0354E673-75D4-40E1-A68F-EC65CF5AA5BA}" srcOrd="0" destOrd="0" presId="urn:microsoft.com/office/officeart/2008/layout/LinedList"/>
    <dgm:cxn modelId="{DC6DE298-6B7C-4D6E-A1B2-F6ED1B58ED69}" type="presOf" srcId="{01654490-3300-44BA-8792-34827A697B63}" destId="{38E230B8-AED2-455D-A909-1F7494549A98}" srcOrd="0" destOrd="0" presId="urn:microsoft.com/office/officeart/2008/layout/LinedList"/>
    <dgm:cxn modelId="{936E739D-3565-495F-AA25-7EC5C60D664E}" type="presOf" srcId="{C2CE2352-2597-4623-9EEA-BA90DC05438B}" destId="{9212AE5C-2BEB-4C1F-8788-547A7CB78BD7}" srcOrd="0" destOrd="0" presId="urn:microsoft.com/office/officeart/2008/layout/LinedList"/>
    <dgm:cxn modelId="{D6EDCEA5-0132-4731-A1E0-B6D2832BB5F2}" srcId="{0F7910ED-C231-4DA5-B099-DA1105336BCC}" destId="{33F23F1C-0A56-47B3-8B1D-B2B8D2DFD7EB}" srcOrd="0" destOrd="0" parTransId="{5907369A-1FEA-4F6C-B920-98AB617E0CD2}" sibTransId="{4DBAA6EF-5A88-4A56-AB6D-275A9555E5FC}"/>
    <dgm:cxn modelId="{809FBAA7-87BD-465E-8551-0F9DCA1355CE}" srcId="{595ADC94-4C95-42B4-9578-A0990D68C9C0}" destId="{69768AD2-97A1-496A-A836-E7CE54006FF5}" srcOrd="1" destOrd="0" parTransId="{2A7DEBEC-B29A-4D35-8302-D8085A4ACDAA}" sibTransId="{5104A4DD-B79A-47BE-92AB-3E605D68C064}"/>
    <dgm:cxn modelId="{CCF2B1B9-FC28-4418-AC9F-07CC92B91D65}" type="presOf" srcId="{E8490BB3-A925-4156-A44C-5D1F1CCEC635}" destId="{DD07BADC-AA48-4CBF-B479-E08E0BD98D4C}" srcOrd="0" destOrd="0" presId="urn:microsoft.com/office/officeart/2008/layout/LinedList"/>
    <dgm:cxn modelId="{54B51FC1-7C50-4ADC-86AE-83E92E76109F}" srcId="{0F7910ED-C231-4DA5-B099-DA1105336BCC}" destId="{6C5E3604-BB41-48EB-A8B8-00301D5F2194}" srcOrd="3" destOrd="0" parTransId="{5A7A54DA-6740-4D54-86DC-E0A73C133DBA}" sibTransId="{53B4C2AD-DBD6-416C-93DF-F9015B28D0E5}"/>
    <dgm:cxn modelId="{4EB490C1-4CB6-4200-BAFE-1E524CC0FE77}" srcId="{E8490BB3-A925-4156-A44C-5D1F1CCEC635}" destId="{89A2ECA4-990E-4528-B9CC-AA3CB88FECB1}" srcOrd="0" destOrd="0" parTransId="{12F71927-4059-4185-88FD-856753C92D90}" sibTransId="{B5DD223A-CF7A-4426-9067-C69957C322F3}"/>
    <dgm:cxn modelId="{CD32B6D1-E0A9-48A7-8608-CE0A79475E63}" srcId="{89A2ECA4-990E-4528-B9CC-AA3CB88FECB1}" destId="{E696004B-FA9D-4EE2-86B0-175B16D823F4}" srcOrd="0" destOrd="0" parTransId="{3D5A4E84-176B-4D60-964E-19E5A9571377}" sibTransId="{6110176D-7A58-4B01-8766-02A266538831}"/>
    <dgm:cxn modelId="{C60CE5D2-CD33-4654-82F5-D7CA8C867174}" type="presOf" srcId="{5AFE50C3-F936-4C4D-9094-DF888A1EC250}" destId="{DB8478A4-29C7-4492-93DE-E234B9E5FFC7}" srcOrd="0" destOrd="0" presId="urn:microsoft.com/office/officeart/2008/layout/LinedList"/>
    <dgm:cxn modelId="{FF0BAEED-2F20-4DCF-883D-F98ADD45A243}" type="presOf" srcId="{89A2ECA4-990E-4528-B9CC-AA3CB88FECB1}" destId="{E9346EA0-B4FC-4EA4-84A0-D5B01663B4DA}" srcOrd="0" destOrd="0" presId="urn:microsoft.com/office/officeart/2008/layout/LinedList"/>
    <dgm:cxn modelId="{638B55EF-EBAF-4A34-8C56-7D4D76ADC0D4}" srcId="{89A2ECA4-990E-4528-B9CC-AA3CB88FECB1}" destId="{5AFE50C3-F936-4C4D-9094-DF888A1EC250}" srcOrd="1" destOrd="0" parTransId="{70C6BFD0-E2AA-4D3B-8445-7811FF508AC9}" sibTransId="{2F0C4774-408E-40B6-B261-BE3FDA85BBE7}"/>
    <dgm:cxn modelId="{5B1413F6-91BA-4827-A045-E7ADC4555213}" type="presOf" srcId="{E696004B-FA9D-4EE2-86B0-175B16D823F4}" destId="{BE99E220-93FC-4965-B392-DCFD0E775310}" srcOrd="0" destOrd="0" presId="urn:microsoft.com/office/officeart/2008/layout/LinedList"/>
    <dgm:cxn modelId="{437E68F9-E80C-4E26-AE10-45F458D98362}" type="presOf" srcId="{0F7910ED-C231-4DA5-B099-DA1105336BCC}" destId="{79EC377B-780A-4512-AD42-4C8DC74F48E5}" srcOrd="0" destOrd="0" presId="urn:microsoft.com/office/officeart/2008/layout/LinedList"/>
    <dgm:cxn modelId="{419F41FA-8AEA-4EA5-BC55-B521674ACBF4}" srcId="{89A2ECA4-990E-4528-B9CC-AA3CB88FECB1}" destId="{C2CE2352-2597-4623-9EEA-BA90DC05438B}" srcOrd="2" destOrd="0" parTransId="{8D0B465D-8239-4DE3-8F5D-3767FEEF03AE}" sibTransId="{B63C3B0A-D8E7-4AB2-9926-E772D7AD2321}"/>
    <dgm:cxn modelId="{21E6C501-830A-46D9-A2B2-8DD9B125E671}" type="presParOf" srcId="{DD07BADC-AA48-4CBF-B479-E08E0BD98D4C}" destId="{489CBF6A-B978-4798-B5D3-7D91D6468794}" srcOrd="0" destOrd="0" presId="urn:microsoft.com/office/officeart/2008/layout/LinedList"/>
    <dgm:cxn modelId="{5C1F9271-FA5B-46B3-BAB0-65D3D3D17487}" type="presParOf" srcId="{DD07BADC-AA48-4CBF-B479-E08E0BD98D4C}" destId="{B5973BD9-439B-4E83-A62A-68F952BEEC48}" srcOrd="1" destOrd="0" presId="urn:microsoft.com/office/officeart/2008/layout/LinedList"/>
    <dgm:cxn modelId="{A07346C7-BC21-4CDF-9ED4-B80F05C6B537}" type="presParOf" srcId="{B5973BD9-439B-4E83-A62A-68F952BEEC48}" destId="{E9346EA0-B4FC-4EA4-84A0-D5B01663B4DA}" srcOrd="0" destOrd="0" presId="urn:microsoft.com/office/officeart/2008/layout/LinedList"/>
    <dgm:cxn modelId="{0C861CCF-B5B7-4184-955F-E5AB7426039D}" type="presParOf" srcId="{B5973BD9-439B-4E83-A62A-68F952BEEC48}" destId="{12DFBD66-4B9B-4DBB-8D24-A12F044315CE}" srcOrd="1" destOrd="0" presId="urn:microsoft.com/office/officeart/2008/layout/LinedList"/>
    <dgm:cxn modelId="{5F40E007-750B-4748-AF98-ACE0484D56EF}" type="presParOf" srcId="{12DFBD66-4B9B-4DBB-8D24-A12F044315CE}" destId="{625A4B2B-0D38-47FE-9C4C-B425E7EF4594}" srcOrd="0" destOrd="0" presId="urn:microsoft.com/office/officeart/2008/layout/LinedList"/>
    <dgm:cxn modelId="{68C859B8-8B0A-4096-B4D5-FFF7BAA45956}" type="presParOf" srcId="{12DFBD66-4B9B-4DBB-8D24-A12F044315CE}" destId="{707570D9-841E-4903-8700-2D205391492B}" srcOrd="1" destOrd="0" presId="urn:microsoft.com/office/officeart/2008/layout/LinedList"/>
    <dgm:cxn modelId="{29FEC8E4-A3AC-4628-9AA6-7F2A28E81E44}" type="presParOf" srcId="{707570D9-841E-4903-8700-2D205391492B}" destId="{204CC3FB-D62A-4BCA-B986-72A726FAD17B}" srcOrd="0" destOrd="0" presId="urn:microsoft.com/office/officeart/2008/layout/LinedList"/>
    <dgm:cxn modelId="{A5384728-9E7B-4752-8002-D183563D2EDC}" type="presParOf" srcId="{707570D9-841E-4903-8700-2D205391492B}" destId="{BE99E220-93FC-4965-B392-DCFD0E775310}" srcOrd="1" destOrd="0" presId="urn:microsoft.com/office/officeart/2008/layout/LinedList"/>
    <dgm:cxn modelId="{6DD1C0B3-4698-41DC-BAB3-7EE5085A1FCF}" type="presParOf" srcId="{707570D9-841E-4903-8700-2D205391492B}" destId="{BA7FBFB0-79AD-4146-8F32-F4D367428B9E}" srcOrd="2" destOrd="0" presId="urn:microsoft.com/office/officeart/2008/layout/LinedList"/>
    <dgm:cxn modelId="{8D07FBC4-4A66-4CCD-87FA-F851AEEE60C2}" type="presParOf" srcId="{12DFBD66-4B9B-4DBB-8D24-A12F044315CE}" destId="{38E1FDD7-0E2C-4379-80EE-B12F67339EEE}" srcOrd="2" destOrd="0" presId="urn:microsoft.com/office/officeart/2008/layout/LinedList"/>
    <dgm:cxn modelId="{00BB2D79-8B68-4B81-ABE2-88685B15EB9C}" type="presParOf" srcId="{12DFBD66-4B9B-4DBB-8D24-A12F044315CE}" destId="{B5BAFA14-E5E7-45E7-BCCB-EA5F3BE7D542}" srcOrd="3" destOrd="0" presId="urn:microsoft.com/office/officeart/2008/layout/LinedList"/>
    <dgm:cxn modelId="{67E4748E-9982-48AE-B52F-106127C82918}" type="presParOf" srcId="{12DFBD66-4B9B-4DBB-8D24-A12F044315CE}" destId="{0CF5268B-725E-4068-96BC-B33193E9E952}" srcOrd="4" destOrd="0" presId="urn:microsoft.com/office/officeart/2008/layout/LinedList"/>
    <dgm:cxn modelId="{30FF3105-461C-4498-A5AB-0DEC8FD55339}" type="presParOf" srcId="{0CF5268B-725E-4068-96BC-B33193E9E952}" destId="{2BB16BC1-412F-41CE-BB6B-8F23749031D7}" srcOrd="0" destOrd="0" presId="urn:microsoft.com/office/officeart/2008/layout/LinedList"/>
    <dgm:cxn modelId="{CD5BBDF3-8891-4B3D-ADD1-F9F7C8AD7174}" type="presParOf" srcId="{0CF5268B-725E-4068-96BC-B33193E9E952}" destId="{DB8478A4-29C7-4492-93DE-E234B9E5FFC7}" srcOrd="1" destOrd="0" presId="urn:microsoft.com/office/officeart/2008/layout/LinedList"/>
    <dgm:cxn modelId="{2AF809B1-18CF-493F-8C83-766832AB4FCE}" type="presParOf" srcId="{0CF5268B-725E-4068-96BC-B33193E9E952}" destId="{77640AED-EB55-469C-92BC-42B1F8EFD9DE}" srcOrd="2" destOrd="0" presId="urn:microsoft.com/office/officeart/2008/layout/LinedList"/>
    <dgm:cxn modelId="{E7A62F69-1637-46E1-97C1-6423EB7AC886}" type="presParOf" srcId="{12DFBD66-4B9B-4DBB-8D24-A12F044315CE}" destId="{A615CC93-A8DC-4F42-825C-DD263E6A27B8}" srcOrd="5" destOrd="0" presId="urn:microsoft.com/office/officeart/2008/layout/LinedList"/>
    <dgm:cxn modelId="{A620A9A9-1858-42E7-99B9-981D70C898AE}" type="presParOf" srcId="{12DFBD66-4B9B-4DBB-8D24-A12F044315CE}" destId="{6E2D655D-F4A8-4FF3-B3A4-FDE6F9A678A0}" srcOrd="6" destOrd="0" presId="urn:microsoft.com/office/officeart/2008/layout/LinedList"/>
    <dgm:cxn modelId="{30F73A19-2541-47E3-ACB6-3233C0BAE338}" type="presParOf" srcId="{12DFBD66-4B9B-4DBB-8D24-A12F044315CE}" destId="{6A7909CF-2CAA-4E62-A794-FB0496723F0B}" srcOrd="7" destOrd="0" presId="urn:microsoft.com/office/officeart/2008/layout/LinedList"/>
    <dgm:cxn modelId="{F4E9DF20-89C1-40DE-8339-433466B1DA36}" type="presParOf" srcId="{6A7909CF-2CAA-4E62-A794-FB0496723F0B}" destId="{BDB89200-00BB-4D1C-9518-241001A32B34}" srcOrd="0" destOrd="0" presId="urn:microsoft.com/office/officeart/2008/layout/LinedList"/>
    <dgm:cxn modelId="{9031658B-635D-4420-8CED-94DC13F41D4C}" type="presParOf" srcId="{6A7909CF-2CAA-4E62-A794-FB0496723F0B}" destId="{9212AE5C-2BEB-4C1F-8788-547A7CB78BD7}" srcOrd="1" destOrd="0" presId="urn:microsoft.com/office/officeart/2008/layout/LinedList"/>
    <dgm:cxn modelId="{BB771A11-4E3F-4160-869B-FB43A61AEC13}" type="presParOf" srcId="{6A7909CF-2CAA-4E62-A794-FB0496723F0B}" destId="{F2832F69-0B54-4FC8-B241-C81C4EAD824A}" srcOrd="2" destOrd="0" presId="urn:microsoft.com/office/officeart/2008/layout/LinedList"/>
    <dgm:cxn modelId="{30E82EEC-5940-44FB-ABD4-9DFD4B4E7F31}" type="presParOf" srcId="{12DFBD66-4B9B-4DBB-8D24-A12F044315CE}" destId="{93E79865-00AB-4C8A-99E2-806B8498E801}" srcOrd="8" destOrd="0" presId="urn:microsoft.com/office/officeart/2008/layout/LinedList"/>
    <dgm:cxn modelId="{FB987B8C-09A1-49E4-A097-FBA937ABCFB3}" type="presParOf" srcId="{12DFBD66-4B9B-4DBB-8D24-A12F044315CE}" destId="{69429A59-F7A0-4B8B-B135-E33D78EB27FE}" srcOrd="9" destOrd="0" presId="urn:microsoft.com/office/officeart/2008/layout/LinedList"/>
    <dgm:cxn modelId="{6969C879-B186-4589-B7B3-8C3547D7CA9A}" type="presParOf" srcId="{DD07BADC-AA48-4CBF-B479-E08E0BD98D4C}" destId="{9D0FF7A2-3F8F-41FA-A05D-E39F7465B300}" srcOrd="2" destOrd="0" presId="urn:microsoft.com/office/officeart/2008/layout/LinedList"/>
    <dgm:cxn modelId="{898F1265-F670-4DF8-9088-9A9A903D109B}" type="presParOf" srcId="{DD07BADC-AA48-4CBF-B479-E08E0BD98D4C}" destId="{6209D598-2F44-4F09-9D36-63D83EEE2778}" srcOrd="3" destOrd="0" presId="urn:microsoft.com/office/officeart/2008/layout/LinedList"/>
    <dgm:cxn modelId="{02B0F2C2-F1ED-4A24-AF86-1F3474FFF0B9}" type="presParOf" srcId="{6209D598-2F44-4F09-9D36-63D83EEE2778}" destId="{919A37E2-45FF-4F5E-BDAB-EE360C5EA79E}" srcOrd="0" destOrd="0" presId="urn:microsoft.com/office/officeart/2008/layout/LinedList"/>
    <dgm:cxn modelId="{64CE15B5-DE28-494D-9F68-8B53A751ED11}" type="presParOf" srcId="{6209D598-2F44-4F09-9D36-63D83EEE2778}" destId="{D672E264-302E-42FF-9BCB-331E10102B39}" srcOrd="1" destOrd="0" presId="urn:microsoft.com/office/officeart/2008/layout/LinedList"/>
    <dgm:cxn modelId="{8946340A-A212-4EA8-862B-8DC7A40CCEE3}" type="presParOf" srcId="{D672E264-302E-42FF-9BCB-331E10102B39}" destId="{82C3C7D6-2889-4F25-9F47-4F5885673125}" srcOrd="0" destOrd="0" presId="urn:microsoft.com/office/officeart/2008/layout/LinedList"/>
    <dgm:cxn modelId="{7714ADE3-FC29-4966-8150-47D209DF19E6}" type="presParOf" srcId="{D672E264-302E-42FF-9BCB-331E10102B39}" destId="{9C296B97-03FA-4189-A6A2-5A4BE2DCE9E4}" srcOrd="1" destOrd="0" presId="urn:microsoft.com/office/officeart/2008/layout/LinedList"/>
    <dgm:cxn modelId="{41FD7E33-61C1-432E-9EFF-3C6EDB8E084B}" type="presParOf" srcId="{9C296B97-03FA-4189-A6A2-5A4BE2DCE9E4}" destId="{A1B228F9-8566-42BE-97E7-E6ED358DCFC3}" srcOrd="0" destOrd="0" presId="urn:microsoft.com/office/officeart/2008/layout/LinedList"/>
    <dgm:cxn modelId="{9AF41BA5-19FC-41D0-A901-C0BF83300569}" type="presParOf" srcId="{9C296B97-03FA-4189-A6A2-5A4BE2DCE9E4}" destId="{DED9C42A-AD49-4D55-B672-897E694A362F}" srcOrd="1" destOrd="0" presId="urn:microsoft.com/office/officeart/2008/layout/LinedList"/>
    <dgm:cxn modelId="{42A430C6-8E91-478D-8C3C-0B1A37564C70}" type="presParOf" srcId="{9C296B97-03FA-4189-A6A2-5A4BE2DCE9E4}" destId="{41B9F70A-5EBB-40DC-849D-7D5ABF1E479B}" srcOrd="2" destOrd="0" presId="urn:microsoft.com/office/officeart/2008/layout/LinedList"/>
    <dgm:cxn modelId="{B19D7DCC-05EB-4A2B-B1D9-6C37F6A4C619}" type="presParOf" srcId="{D672E264-302E-42FF-9BCB-331E10102B39}" destId="{84467C5B-090C-401A-A285-017131C53356}" srcOrd="2" destOrd="0" presId="urn:microsoft.com/office/officeart/2008/layout/LinedList"/>
    <dgm:cxn modelId="{33E8312C-085E-42D7-8A11-783828854CDA}" type="presParOf" srcId="{D672E264-302E-42FF-9BCB-331E10102B39}" destId="{018AA858-DEC9-48B6-A5ED-E321DD665B00}" srcOrd="3" destOrd="0" presId="urn:microsoft.com/office/officeart/2008/layout/LinedList"/>
    <dgm:cxn modelId="{44E5CDDE-BE90-4568-93F9-1C78A095F3B2}" type="presParOf" srcId="{D672E264-302E-42FF-9BCB-331E10102B39}" destId="{80CDB130-9CC9-4EB8-A584-D3EC80295A8E}" srcOrd="4" destOrd="0" presId="urn:microsoft.com/office/officeart/2008/layout/LinedList"/>
    <dgm:cxn modelId="{C409E67B-E566-4A82-B9F7-B74C7DB47119}" type="presParOf" srcId="{80CDB130-9CC9-4EB8-A584-D3EC80295A8E}" destId="{E00269EC-F5AF-4D1B-9F68-075802024A77}" srcOrd="0" destOrd="0" presId="urn:microsoft.com/office/officeart/2008/layout/LinedList"/>
    <dgm:cxn modelId="{D8A420FF-A531-439A-B892-21FA0E9DBA1A}" type="presParOf" srcId="{80CDB130-9CC9-4EB8-A584-D3EC80295A8E}" destId="{5612B161-5BC5-4D13-9696-91ED8321B763}" srcOrd="1" destOrd="0" presId="urn:microsoft.com/office/officeart/2008/layout/LinedList"/>
    <dgm:cxn modelId="{B2BCBB27-F3E7-4E93-9755-4DE2B81A5B96}" type="presParOf" srcId="{80CDB130-9CC9-4EB8-A584-D3EC80295A8E}" destId="{86442BB5-3F0B-4CA9-A1CA-70849DAF47CC}" srcOrd="2" destOrd="0" presId="urn:microsoft.com/office/officeart/2008/layout/LinedList"/>
    <dgm:cxn modelId="{0A8BC7CF-B2E6-4053-87F3-4631CCE37E01}" type="presParOf" srcId="{D672E264-302E-42FF-9BCB-331E10102B39}" destId="{FE75CA04-A7F5-4245-8CE9-38BEDFC22082}" srcOrd="5" destOrd="0" presId="urn:microsoft.com/office/officeart/2008/layout/LinedList"/>
    <dgm:cxn modelId="{D6BC3689-5EF7-4F84-A757-676937121D90}" type="presParOf" srcId="{D672E264-302E-42FF-9BCB-331E10102B39}" destId="{55376EA9-F769-4CC1-B4A8-CA30EBA2E45F}" srcOrd="6" destOrd="0" presId="urn:microsoft.com/office/officeart/2008/layout/LinedList"/>
    <dgm:cxn modelId="{C4A7B76B-E506-4854-989A-29F1BCEA53F8}" type="presParOf" srcId="{DD07BADC-AA48-4CBF-B479-E08E0BD98D4C}" destId="{5F1E105B-44D9-4796-8C56-5FBC11032EFC}" srcOrd="4" destOrd="0" presId="urn:microsoft.com/office/officeart/2008/layout/LinedList"/>
    <dgm:cxn modelId="{C5E78230-B4C0-4B4B-96C4-5B8F2C6DA4BE}" type="presParOf" srcId="{DD07BADC-AA48-4CBF-B479-E08E0BD98D4C}" destId="{5F194D93-5D66-4D18-88FE-A58CA00B7F28}" srcOrd="5" destOrd="0" presId="urn:microsoft.com/office/officeart/2008/layout/LinedList"/>
    <dgm:cxn modelId="{6B3AF7E9-4D21-40A7-B59E-2FF092BBF37B}" type="presParOf" srcId="{5F194D93-5D66-4D18-88FE-A58CA00B7F28}" destId="{79EC377B-780A-4512-AD42-4C8DC74F48E5}" srcOrd="0" destOrd="0" presId="urn:microsoft.com/office/officeart/2008/layout/LinedList"/>
    <dgm:cxn modelId="{F036A47C-64D5-40AA-A0E3-419242AF0C89}" type="presParOf" srcId="{5F194D93-5D66-4D18-88FE-A58CA00B7F28}" destId="{AF8297B5-3366-4B94-8FB2-2690989CD0D7}" srcOrd="1" destOrd="0" presId="urn:microsoft.com/office/officeart/2008/layout/LinedList"/>
    <dgm:cxn modelId="{BDA7916A-A789-4553-A0DC-E83B958D7DD3}" type="presParOf" srcId="{AF8297B5-3366-4B94-8FB2-2690989CD0D7}" destId="{FFEE43FD-DB1B-4745-8C44-6D3714EB4BC9}" srcOrd="0" destOrd="0" presId="urn:microsoft.com/office/officeart/2008/layout/LinedList"/>
    <dgm:cxn modelId="{3961E4B8-57E3-4898-9128-63BD2ED65F06}" type="presParOf" srcId="{AF8297B5-3366-4B94-8FB2-2690989CD0D7}" destId="{93188F90-EF14-44DD-B207-7EC38DE34E74}" srcOrd="1" destOrd="0" presId="urn:microsoft.com/office/officeart/2008/layout/LinedList"/>
    <dgm:cxn modelId="{C295E518-06AA-429B-A9AA-82D34D57BC06}" type="presParOf" srcId="{93188F90-EF14-44DD-B207-7EC38DE34E74}" destId="{80D57E86-7951-4264-AFD8-3B018B74463C}" srcOrd="0" destOrd="0" presId="urn:microsoft.com/office/officeart/2008/layout/LinedList"/>
    <dgm:cxn modelId="{3A4B960C-7DB3-4892-B193-A63CDCA5E57A}" type="presParOf" srcId="{93188F90-EF14-44DD-B207-7EC38DE34E74}" destId="{0354E673-75D4-40E1-A68F-EC65CF5AA5BA}" srcOrd="1" destOrd="0" presId="urn:microsoft.com/office/officeart/2008/layout/LinedList"/>
    <dgm:cxn modelId="{36253E38-E75C-4E1E-B90D-D9B324BABCF6}" type="presParOf" srcId="{93188F90-EF14-44DD-B207-7EC38DE34E74}" destId="{0ECFF41C-BDDC-4A06-8514-112A098D0A5F}" srcOrd="2" destOrd="0" presId="urn:microsoft.com/office/officeart/2008/layout/LinedList"/>
    <dgm:cxn modelId="{E7679078-2915-4C94-BC4E-F271BB74FADC}" type="presParOf" srcId="{AF8297B5-3366-4B94-8FB2-2690989CD0D7}" destId="{5DD2FD25-28C6-40F2-8E2D-C0E0C134DB85}" srcOrd="2" destOrd="0" presId="urn:microsoft.com/office/officeart/2008/layout/LinedList"/>
    <dgm:cxn modelId="{CF6EC2F3-DD1C-40BF-B57C-D810E6118F58}" type="presParOf" srcId="{AF8297B5-3366-4B94-8FB2-2690989CD0D7}" destId="{CE2F3F15-81C3-4324-80CF-47003B4910B4}" srcOrd="3" destOrd="0" presId="urn:microsoft.com/office/officeart/2008/layout/LinedList"/>
    <dgm:cxn modelId="{41E8C4A3-2F3A-4DE4-B6F5-9ECF2A242D2C}" type="presParOf" srcId="{AF8297B5-3366-4B94-8FB2-2690989CD0D7}" destId="{70BC2AF3-6502-406C-831F-4422B56B5C4D}" srcOrd="4" destOrd="0" presId="urn:microsoft.com/office/officeart/2008/layout/LinedList"/>
    <dgm:cxn modelId="{4A5843FD-C19E-439C-A543-CEBA4C6AFD76}" type="presParOf" srcId="{70BC2AF3-6502-406C-831F-4422B56B5C4D}" destId="{ACF2E5DA-6C13-485E-8286-B08CCD7D19B9}" srcOrd="0" destOrd="0" presId="urn:microsoft.com/office/officeart/2008/layout/LinedList"/>
    <dgm:cxn modelId="{3DDA65E3-1D45-4175-B669-638D9941F1BE}" type="presParOf" srcId="{70BC2AF3-6502-406C-831F-4422B56B5C4D}" destId="{38E230B8-AED2-455D-A909-1F7494549A98}" srcOrd="1" destOrd="0" presId="urn:microsoft.com/office/officeart/2008/layout/LinedList"/>
    <dgm:cxn modelId="{B203EE45-4BA2-4575-AF11-9FA805558EC8}" type="presParOf" srcId="{70BC2AF3-6502-406C-831F-4422B56B5C4D}" destId="{0A0794E2-C849-4AB5-9B6E-E78E87FF22F6}" srcOrd="2" destOrd="0" presId="urn:microsoft.com/office/officeart/2008/layout/LinedList"/>
    <dgm:cxn modelId="{144A3E1D-B66D-4825-A3BA-614473DEE235}" type="presParOf" srcId="{AF8297B5-3366-4B94-8FB2-2690989CD0D7}" destId="{C9430435-6459-4E3F-BF18-73F4CE0C6105}" srcOrd="5" destOrd="0" presId="urn:microsoft.com/office/officeart/2008/layout/LinedList"/>
    <dgm:cxn modelId="{F8625B02-D409-4792-99B2-959754D7BF70}" type="presParOf" srcId="{AF8297B5-3366-4B94-8FB2-2690989CD0D7}" destId="{4D5923C0-BA66-4343-9101-79DD2D701CDA}" srcOrd="6" destOrd="0" presId="urn:microsoft.com/office/officeart/2008/layout/LinedList"/>
    <dgm:cxn modelId="{7F22E6FC-239C-4253-8AFB-318D1ACCCDAF}" type="presParOf" srcId="{AF8297B5-3366-4B94-8FB2-2690989CD0D7}" destId="{31426637-388B-4700-ADFF-A939E76CBB2F}" srcOrd="7" destOrd="0" presId="urn:microsoft.com/office/officeart/2008/layout/LinedList"/>
    <dgm:cxn modelId="{89749121-8760-470F-B36B-7CD7225EEA96}" type="presParOf" srcId="{31426637-388B-4700-ADFF-A939E76CBB2F}" destId="{8DBD57C5-FC98-4DD3-84EC-6EA166EF3A75}" srcOrd="0" destOrd="0" presId="urn:microsoft.com/office/officeart/2008/layout/LinedList"/>
    <dgm:cxn modelId="{68D0E61B-3E47-4325-86EE-6F3B3AF23EE1}" type="presParOf" srcId="{31426637-388B-4700-ADFF-A939E76CBB2F}" destId="{C369AA02-2AE1-495C-8014-882B84109F70}" srcOrd="1" destOrd="0" presId="urn:microsoft.com/office/officeart/2008/layout/LinedList"/>
    <dgm:cxn modelId="{23C6A445-E6F3-40E4-A2B9-BC90FE66183B}" type="presParOf" srcId="{31426637-388B-4700-ADFF-A939E76CBB2F}" destId="{9C7F45D4-3192-4174-8A06-4E11F92CC305}" srcOrd="2" destOrd="0" presId="urn:microsoft.com/office/officeart/2008/layout/LinedList"/>
    <dgm:cxn modelId="{00D9C420-D022-4A95-B9E2-D2A4C11B6A94}" type="presParOf" srcId="{AF8297B5-3366-4B94-8FB2-2690989CD0D7}" destId="{4921663C-6DD5-46F7-A5E8-53F1C86D1217}" srcOrd="8" destOrd="0" presId="urn:microsoft.com/office/officeart/2008/layout/LinedList"/>
    <dgm:cxn modelId="{A4B95822-8CD1-4BFE-AD64-578D5AF2E8C3}" type="presParOf" srcId="{AF8297B5-3366-4B94-8FB2-2690989CD0D7}" destId="{4E5C77F8-AAAA-4213-9236-7147AB36A371}" srcOrd="9" destOrd="0" presId="urn:microsoft.com/office/officeart/2008/layout/LinedList"/>
    <dgm:cxn modelId="{310E3C16-109C-4EA7-B67B-310360690067}" type="presParOf" srcId="{AF8297B5-3366-4B94-8FB2-2690989CD0D7}" destId="{15D22E47-E2C5-491F-BFB6-FCEC98F96C73}" srcOrd="10" destOrd="0" presId="urn:microsoft.com/office/officeart/2008/layout/LinedList"/>
    <dgm:cxn modelId="{324796BF-5642-4D24-8BF5-6D0BEA1E3C17}" type="presParOf" srcId="{15D22E47-E2C5-491F-BFB6-FCEC98F96C73}" destId="{02CFA7CB-C596-43E1-BBF0-1F46FDA7A406}" srcOrd="0" destOrd="0" presId="urn:microsoft.com/office/officeart/2008/layout/LinedList"/>
    <dgm:cxn modelId="{A85F0551-6F31-4AE8-B464-64B90AE69FAA}" type="presParOf" srcId="{15D22E47-E2C5-491F-BFB6-FCEC98F96C73}" destId="{19B61E05-11BC-46F5-90E1-1C5626704B75}" srcOrd="1" destOrd="0" presId="urn:microsoft.com/office/officeart/2008/layout/LinedList"/>
    <dgm:cxn modelId="{FDE8CB6C-F044-4802-A88C-0FD5C83D74E9}" type="presParOf" srcId="{15D22E47-E2C5-491F-BFB6-FCEC98F96C73}" destId="{2EFEA198-611F-4F02-932F-87EF46CDD9E0}" srcOrd="2" destOrd="0" presId="urn:microsoft.com/office/officeart/2008/layout/LinedList"/>
    <dgm:cxn modelId="{102DDA3F-CA19-4E46-AE61-2BD1AACAC883}" type="presParOf" srcId="{AF8297B5-3366-4B94-8FB2-2690989CD0D7}" destId="{E6EB0C14-9958-41D9-8866-861E01CD9084}" srcOrd="11" destOrd="0" presId="urn:microsoft.com/office/officeart/2008/layout/LinedList"/>
    <dgm:cxn modelId="{5F1FFF35-C8A3-4838-9D1F-B5E5FEEBF032}" type="presParOf" srcId="{AF8297B5-3366-4B94-8FB2-2690989CD0D7}" destId="{8B4ACD7B-CD9A-4F4B-B11D-F90BA4CB5AE4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F9DF19-8C39-4484-96A4-6297107EA6D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F855667-76D5-417E-9C9D-8D19156887BE}">
      <dgm:prSet/>
      <dgm:spPr/>
      <dgm:t>
        <a:bodyPr/>
        <a:lstStyle/>
        <a:p>
          <a:r>
            <a:rPr lang="en-US" b="1"/>
            <a:t>Hoisting Tiranga (Flag)</a:t>
          </a:r>
          <a:endParaRPr lang="en-US"/>
        </a:p>
      </dgm:t>
    </dgm:pt>
    <dgm:pt modelId="{A869BD99-C0D9-496E-A9BD-9C5283CEEA99}" type="parTrans" cxnId="{5A620232-48EC-4CDF-8D55-E68A0DCFC574}">
      <dgm:prSet/>
      <dgm:spPr/>
      <dgm:t>
        <a:bodyPr/>
        <a:lstStyle/>
        <a:p>
          <a:endParaRPr lang="en-US"/>
        </a:p>
      </dgm:t>
    </dgm:pt>
    <dgm:pt modelId="{7B12280E-305E-486C-949D-40FCE15A9D69}" type="sibTrans" cxnId="{5A620232-48EC-4CDF-8D55-E68A0DCFC574}">
      <dgm:prSet/>
      <dgm:spPr/>
      <dgm:t>
        <a:bodyPr/>
        <a:lstStyle/>
        <a:p>
          <a:endParaRPr lang="en-US"/>
        </a:p>
      </dgm:t>
    </dgm:pt>
    <dgm:pt modelId="{7DA4EC0D-E4F4-4DD6-9FDB-7690CA3E66A2}">
      <dgm:prSet/>
      <dgm:spPr/>
      <dgm:t>
        <a:bodyPr/>
        <a:lstStyle/>
        <a:p>
          <a:r>
            <a:rPr lang="en-US"/>
            <a:t>Three colored flag: </a:t>
          </a:r>
          <a:r>
            <a:rPr lang="en-US" b="1" u="sng"/>
            <a:t>Green (Representing Muslims) Saffron (Hindus)</a:t>
          </a:r>
          <a:r>
            <a:rPr lang="en-US"/>
            <a:t> </a:t>
          </a:r>
          <a:r>
            <a:rPr lang="en-US" b="1" u="sng"/>
            <a:t>White (Neutral for Peace &amp; Harmony).</a:t>
          </a:r>
          <a:endParaRPr lang="en-US"/>
        </a:p>
      </dgm:t>
    </dgm:pt>
    <dgm:pt modelId="{CB64846B-F4AA-4C99-8113-FBFD3E4533F9}" type="parTrans" cxnId="{872D6BC3-2DDB-4EEE-A48E-499472FCB192}">
      <dgm:prSet/>
      <dgm:spPr/>
      <dgm:t>
        <a:bodyPr/>
        <a:lstStyle/>
        <a:p>
          <a:endParaRPr lang="en-US"/>
        </a:p>
      </dgm:t>
    </dgm:pt>
    <dgm:pt modelId="{03E82D24-7EE4-40F6-9061-45CC4AFC261E}" type="sibTrans" cxnId="{872D6BC3-2DDB-4EEE-A48E-499472FCB192}">
      <dgm:prSet/>
      <dgm:spPr/>
      <dgm:t>
        <a:bodyPr/>
        <a:lstStyle/>
        <a:p>
          <a:endParaRPr lang="en-US"/>
        </a:p>
      </dgm:t>
    </dgm:pt>
    <dgm:pt modelId="{F3A24E87-3D9F-4A37-A122-90BC1245DE69}">
      <dgm:prSet/>
      <dgm:spPr/>
      <dgm:t>
        <a:bodyPr/>
        <a:lstStyle/>
        <a:p>
          <a:r>
            <a:rPr lang="en-US"/>
            <a:t>No sign of Red Crescent associated with Islam. </a:t>
          </a:r>
        </a:p>
      </dgm:t>
    </dgm:pt>
    <dgm:pt modelId="{EB24C8B1-A725-45BD-8924-A991B93C6FC6}" type="parTrans" cxnId="{52471A6F-1CB1-4FDE-BA7A-24C479FC2D0F}">
      <dgm:prSet/>
      <dgm:spPr/>
      <dgm:t>
        <a:bodyPr/>
        <a:lstStyle/>
        <a:p>
          <a:endParaRPr lang="en-US"/>
        </a:p>
      </dgm:t>
    </dgm:pt>
    <dgm:pt modelId="{36E5B1E9-8271-4A01-BB6B-909EE41138C7}" type="sibTrans" cxnId="{52471A6F-1CB1-4FDE-BA7A-24C479FC2D0F}">
      <dgm:prSet/>
      <dgm:spPr/>
      <dgm:t>
        <a:bodyPr/>
        <a:lstStyle/>
        <a:p>
          <a:endParaRPr lang="en-US"/>
        </a:p>
      </dgm:t>
    </dgm:pt>
    <dgm:pt modelId="{89764D52-F381-4D5F-89AF-E24FDFA19B30}">
      <dgm:prSet/>
      <dgm:spPr/>
      <dgm:t>
        <a:bodyPr/>
        <a:lstStyle/>
        <a:p>
          <a:r>
            <a:rPr lang="en-US"/>
            <a:t>Vande Mataram </a:t>
          </a:r>
        </a:p>
      </dgm:t>
    </dgm:pt>
    <dgm:pt modelId="{273A4C8D-CED7-4C26-9E07-6FF255DDC051}" type="parTrans" cxnId="{308EA492-CCBA-4A0E-AB29-BB373C02B54A}">
      <dgm:prSet/>
      <dgm:spPr/>
      <dgm:t>
        <a:bodyPr/>
        <a:lstStyle/>
        <a:p>
          <a:endParaRPr lang="en-US"/>
        </a:p>
      </dgm:t>
    </dgm:pt>
    <dgm:pt modelId="{E9373F08-138C-4BFC-9C4F-B758ADEAB79B}" type="sibTrans" cxnId="{308EA492-CCBA-4A0E-AB29-BB373C02B54A}">
      <dgm:prSet/>
      <dgm:spPr/>
      <dgm:t>
        <a:bodyPr/>
        <a:lstStyle/>
        <a:p>
          <a:endParaRPr lang="en-US"/>
        </a:p>
      </dgm:t>
    </dgm:pt>
    <dgm:pt modelId="{01979CA2-3247-4DA0-8A85-2F54B600C06F}">
      <dgm:prSet/>
      <dgm:spPr/>
      <dgm:t>
        <a:bodyPr/>
        <a:lstStyle/>
        <a:p>
          <a:r>
            <a:rPr lang="en-US"/>
            <a:t>It was adopted as a </a:t>
          </a:r>
          <a:r>
            <a:rPr lang="en-US" b="1" u="sng"/>
            <a:t>National Song &amp; Anthem</a:t>
          </a:r>
          <a:r>
            <a:rPr lang="en-US"/>
            <a:t> of India. </a:t>
          </a:r>
        </a:p>
      </dgm:t>
    </dgm:pt>
    <dgm:pt modelId="{1F3EC9C4-B86B-4D83-A060-650B30718FC0}" type="parTrans" cxnId="{F8133405-1D62-4DA3-A1FD-49B8FC4016BF}">
      <dgm:prSet/>
      <dgm:spPr/>
      <dgm:t>
        <a:bodyPr/>
        <a:lstStyle/>
        <a:p>
          <a:endParaRPr lang="en-US"/>
        </a:p>
      </dgm:t>
    </dgm:pt>
    <dgm:pt modelId="{8CCED14A-6835-4E12-9B13-962FD285475F}" type="sibTrans" cxnId="{F8133405-1D62-4DA3-A1FD-49B8FC4016BF}">
      <dgm:prSet/>
      <dgm:spPr/>
      <dgm:t>
        <a:bodyPr/>
        <a:lstStyle/>
        <a:p>
          <a:endParaRPr lang="en-US"/>
        </a:p>
      </dgm:t>
    </dgm:pt>
    <dgm:pt modelId="{F163187F-75B0-476D-B53C-21F597CC3C21}">
      <dgm:prSet/>
      <dgm:spPr/>
      <dgm:t>
        <a:bodyPr/>
        <a:lstStyle/>
        <a:p>
          <a:r>
            <a:rPr lang="en-US"/>
            <a:t>It is written in </a:t>
          </a:r>
          <a:r>
            <a:rPr lang="en-US" b="1" u="sng"/>
            <a:t>Bankim Chandra Chatterjee in </a:t>
          </a:r>
          <a:r>
            <a:rPr lang="en-US"/>
            <a:t>Anandamath (1882)</a:t>
          </a:r>
        </a:p>
      </dgm:t>
    </dgm:pt>
    <dgm:pt modelId="{F852443D-212D-4581-9D6C-C4E5C5537E65}" type="parTrans" cxnId="{85982ED9-4F47-46E9-A77E-42DE33941869}">
      <dgm:prSet/>
      <dgm:spPr/>
      <dgm:t>
        <a:bodyPr/>
        <a:lstStyle/>
        <a:p>
          <a:endParaRPr lang="en-US"/>
        </a:p>
      </dgm:t>
    </dgm:pt>
    <dgm:pt modelId="{B1BFD9AB-9815-47F3-9435-FC224164BDC8}" type="sibTrans" cxnId="{85982ED9-4F47-46E9-A77E-42DE33941869}">
      <dgm:prSet/>
      <dgm:spPr/>
      <dgm:t>
        <a:bodyPr/>
        <a:lstStyle/>
        <a:p>
          <a:endParaRPr lang="en-US"/>
        </a:p>
      </dgm:t>
    </dgm:pt>
    <dgm:pt modelId="{5B383920-2206-40AF-ADD5-74E4099287AF}">
      <dgm:prSet/>
      <dgm:spPr/>
      <dgm:t>
        <a:bodyPr/>
        <a:lstStyle/>
        <a:p>
          <a:r>
            <a:rPr lang="en-US"/>
            <a:t>INC was trying to impose a </a:t>
          </a:r>
          <a:r>
            <a:rPr lang="en-US" b="1" u="sng"/>
            <a:t>Hindu agenda on India.</a:t>
          </a:r>
          <a:endParaRPr lang="en-US"/>
        </a:p>
      </dgm:t>
    </dgm:pt>
    <dgm:pt modelId="{5FB10D38-F8F4-42A5-902F-EBA84E54B688}" type="parTrans" cxnId="{54B347EB-465A-422D-96B4-EE44007C5145}">
      <dgm:prSet/>
      <dgm:spPr/>
      <dgm:t>
        <a:bodyPr/>
        <a:lstStyle/>
        <a:p>
          <a:endParaRPr lang="en-US"/>
        </a:p>
      </dgm:t>
    </dgm:pt>
    <dgm:pt modelId="{9B7AB560-D090-42F5-9CF2-F079B9DB3157}" type="sibTrans" cxnId="{54B347EB-465A-422D-96B4-EE44007C5145}">
      <dgm:prSet/>
      <dgm:spPr/>
      <dgm:t>
        <a:bodyPr/>
        <a:lstStyle/>
        <a:p>
          <a:endParaRPr lang="en-US"/>
        </a:p>
      </dgm:t>
    </dgm:pt>
    <dgm:pt modelId="{8DAC4FDB-2DB0-411E-BF49-C430F6DE0B30}">
      <dgm:prSet/>
      <dgm:spPr/>
      <dgm:t>
        <a:bodyPr/>
        <a:lstStyle/>
        <a:p>
          <a:r>
            <a:rPr lang="en-US"/>
            <a:t>The song refers to </a:t>
          </a:r>
          <a:r>
            <a:rPr lang="en-US" b="1" u="sng"/>
            <a:t>India as "mother",</a:t>
          </a:r>
          <a:r>
            <a:rPr lang="en-US"/>
            <a:t> which is a term that is used for the </a:t>
          </a:r>
          <a:r>
            <a:rPr lang="en-US" b="1" u="sng"/>
            <a:t>goddess Durga in Hinduism.</a:t>
          </a:r>
          <a:endParaRPr lang="en-US"/>
        </a:p>
      </dgm:t>
    </dgm:pt>
    <dgm:pt modelId="{D859104F-ACAD-4674-8CAD-BA2A5E4CA61B}" type="parTrans" cxnId="{3E4C0FA6-C3E5-4A17-9B04-07D708F4ED3D}">
      <dgm:prSet/>
      <dgm:spPr/>
      <dgm:t>
        <a:bodyPr/>
        <a:lstStyle/>
        <a:p>
          <a:endParaRPr lang="en-US"/>
        </a:p>
      </dgm:t>
    </dgm:pt>
    <dgm:pt modelId="{D5410285-85A1-4DDD-9C59-07524EBC7FB6}" type="sibTrans" cxnId="{3E4C0FA6-C3E5-4A17-9B04-07D708F4ED3D}">
      <dgm:prSet/>
      <dgm:spPr/>
      <dgm:t>
        <a:bodyPr/>
        <a:lstStyle/>
        <a:p>
          <a:endParaRPr lang="en-US"/>
        </a:p>
      </dgm:t>
    </dgm:pt>
    <dgm:pt modelId="{BA6DDBF7-0FAF-4FB8-ABBD-5BD174E51DC5}">
      <dgm:prSet/>
      <dgm:spPr/>
      <dgm:t>
        <a:bodyPr/>
        <a:lstStyle/>
        <a:p>
          <a:r>
            <a:rPr lang="en-US"/>
            <a:t>The song mentions the </a:t>
          </a:r>
          <a:r>
            <a:rPr lang="en-US" b="1" u="sng"/>
            <a:t>Ganges River</a:t>
          </a:r>
          <a:r>
            <a:rPr lang="en-US"/>
            <a:t>, which is sacred to Hindus.</a:t>
          </a:r>
        </a:p>
      </dgm:t>
    </dgm:pt>
    <dgm:pt modelId="{A2A856F8-B1AE-4B37-B471-E4FCB5F012AA}" type="parTrans" cxnId="{EB75D871-42CB-433F-9346-6D9F8B07CBA0}">
      <dgm:prSet/>
      <dgm:spPr/>
      <dgm:t>
        <a:bodyPr/>
        <a:lstStyle/>
        <a:p>
          <a:endParaRPr lang="en-US"/>
        </a:p>
      </dgm:t>
    </dgm:pt>
    <dgm:pt modelId="{2B766D19-E13E-44C1-B857-14A6B656AB4D}" type="sibTrans" cxnId="{EB75D871-42CB-433F-9346-6D9F8B07CBA0}">
      <dgm:prSet/>
      <dgm:spPr/>
      <dgm:t>
        <a:bodyPr/>
        <a:lstStyle/>
        <a:p>
          <a:endParaRPr lang="en-US"/>
        </a:p>
      </dgm:t>
    </dgm:pt>
    <dgm:pt modelId="{014BB104-A3C4-4BCB-84B7-E74E1A751AAE}">
      <dgm:prSet/>
      <dgm:spPr/>
      <dgm:t>
        <a:bodyPr/>
        <a:lstStyle/>
        <a:p>
          <a:r>
            <a:rPr lang="en-US"/>
            <a:t>The song calls on Indians to </a:t>
          </a:r>
          <a:r>
            <a:rPr lang="en-US" b="1" u="sng"/>
            <a:t>"arise" and "shake off the dust",</a:t>
          </a:r>
          <a:r>
            <a:rPr lang="en-US"/>
            <a:t> which was seen as a call to violence against Muslims.</a:t>
          </a:r>
        </a:p>
      </dgm:t>
    </dgm:pt>
    <dgm:pt modelId="{095481FF-37F0-410E-8088-E49D78E445BD}" type="parTrans" cxnId="{1747EE5E-5B9F-420D-B82C-3B9AC2D8DDE2}">
      <dgm:prSet/>
      <dgm:spPr/>
      <dgm:t>
        <a:bodyPr/>
        <a:lstStyle/>
        <a:p>
          <a:endParaRPr lang="en-US"/>
        </a:p>
      </dgm:t>
    </dgm:pt>
    <dgm:pt modelId="{C7B99D1D-9BD8-4954-84A6-EF26EE519F3E}" type="sibTrans" cxnId="{1747EE5E-5B9F-420D-B82C-3B9AC2D8DDE2}">
      <dgm:prSet/>
      <dgm:spPr/>
      <dgm:t>
        <a:bodyPr/>
        <a:lstStyle/>
        <a:p>
          <a:endParaRPr lang="en-US"/>
        </a:p>
      </dgm:t>
    </dgm:pt>
    <dgm:pt modelId="{F0748E36-4AC6-4B1D-BA8E-9E6A84FF0C3F}" type="pres">
      <dgm:prSet presAssocID="{0AF9DF19-8C39-4484-96A4-6297107EA6D7}" presName="vert0" presStyleCnt="0">
        <dgm:presLayoutVars>
          <dgm:dir/>
          <dgm:animOne val="branch"/>
          <dgm:animLvl val="lvl"/>
        </dgm:presLayoutVars>
      </dgm:prSet>
      <dgm:spPr/>
    </dgm:pt>
    <dgm:pt modelId="{EE166C31-2325-4F15-BC62-64B8432EBD74}" type="pres">
      <dgm:prSet presAssocID="{7F855667-76D5-417E-9C9D-8D19156887BE}" presName="thickLine" presStyleLbl="alignNode1" presStyleIdx="0" presStyleCnt="2"/>
      <dgm:spPr/>
    </dgm:pt>
    <dgm:pt modelId="{75CF495F-CFB4-4CD4-B3C0-C8321EF559D7}" type="pres">
      <dgm:prSet presAssocID="{7F855667-76D5-417E-9C9D-8D19156887BE}" presName="horz1" presStyleCnt="0"/>
      <dgm:spPr/>
    </dgm:pt>
    <dgm:pt modelId="{5D56ECA7-BD47-4BB8-815F-20D5C14C3BF3}" type="pres">
      <dgm:prSet presAssocID="{7F855667-76D5-417E-9C9D-8D19156887BE}" presName="tx1" presStyleLbl="revTx" presStyleIdx="0" presStyleCnt="10"/>
      <dgm:spPr/>
    </dgm:pt>
    <dgm:pt modelId="{569224E4-F545-4B04-B963-8D71F4FA3C43}" type="pres">
      <dgm:prSet presAssocID="{7F855667-76D5-417E-9C9D-8D19156887BE}" presName="vert1" presStyleCnt="0"/>
      <dgm:spPr/>
    </dgm:pt>
    <dgm:pt modelId="{3550FA1D-5339-49B1-B04D-7F6318CD28AE}" type="pres">
      <dgm:prSet presAssocID="{7DA4EC0D-E4F4-4DD6-9FDB-7690CA3E66A2}" presName="vertSpace2a" presStyleCnt="0"/>
      <dgm:spPr/>
    </dgm:pt>
    <dgm:pt modelId="{4465AA2B-3E4B-4DE0-B8F3-37E59C80A9F5}" type="pres">
      <dgm:prSet presAssocID="{7DA4EC0D-E4F4-4DD6-9FDB-7690CA3E66A2}" presName="horz2" presStyleCnt="0"/>
      <dgm:spPr/>
    </dgm:pt>
    <dgm:pt modelId="{EE2DBFA2-A63B-4A13-82AB-219776F732BF}" type="pres">
      <dgm:prSet presAssocID="{7DA4EC0D-E4F4-4DD6-9FDB-7690CA3E66A2}" presName="horzSpace2" presStyleCnt="0"/>
      <dgm:spPr/>
    </dgm:pt>
    <dgm:pt modelId="{72951573-9AB7-408F-8486-24B715F3A3B0}" type="pres">
      <dgm:prSet presAssocID="{7DA4EC0D-E4F4-4DD6-9FDB-7690CA3E66A2}" presName="tx2" presStyleLbl="revTx" presStyleIdx="1" presStyleCnt="10"/>
      <dgm:spPr/>
    </dgm:pt>
    <dgm:pt modelId="{6FD862AC-818D-4D07-A5ED-405B1288E888}" type="pres">
      <dgm:prSet presAssocID="{7DA4EC0D-E4F4-4DD6-9FDB-7690CA3E66A2}" presName="vert2" presStyleCnt="0"/>
      <dgm:spPr/>
    </dgm:pt>
    <dgm:pt modelId="{1F95F832-E1A5-476D-9C24-60338940D0AA}" type="pres">
      <dgm:prSet presAssocID="{7DA4EC0D-E4F4-4DD6-9FDB-7690CA3E66A2}" presName="thinLine2b" presStyleLbl="callout" presStyleIdx="0" presStyleCnt="8"/>
      <dgm:spPr/>
    </dgm:pt>
    <dgm:pt modelId="{031889D5-3B60-4F4E-ABD4-5A53431DBFE1}" type="pres">
      <dgm:prSet presAssocID="{7DA4EC0D-E4F4-4DD6-9FDB-7690CA3E66A2}" presName="vertSpace2b" presStyleCnt="0"/>
      <dgm:spPr/>
    </dgm:pt>
    <dgm:pt modelId="{AB753C8A-AFF7-422B-B0E0-070993A79BA2}" type="pres">
      <dgm:prSet presAssocID="{F3A24E87-3D9F-4A37-A122-90BC1245DE69}" presName="horz2" presStyleCnt="0"/>
      <dgm:spPr/>
    </dgm:pt>
    <dgm:pt modelId="{62A37E21-D013-48FC-B969-DDE5F3877B57}" type="pres">
      <dgm:prSet presAssocID="{F3A24E87-3D9F-4A37-A122-90BC1245DE69}" presName="horzSpace2" presStyleCnt="0"/>
      <dgm:spPr/>
    </dgm:pt>
    <dgm:pt modelId="{6D72B746-F305-4A54-ADBB-A088274AA925}" type="pres">
      <dgm:prSet presAssocID="{F3A24E87-3D9F-4A37-A122-90BC1245DE69}" presName="tx2" presStyleLbl="revTx" presStyleIdx="2" presStyleCnt="10"/>
      <dgm:spPr/>
    </dgm:pt>
    <dgm:pt modelId="{97A7765E-ED84-4BB3-A2DF-D2F0C0DBD76F}" type="pres">
      <dgm:prSet presAssocID="{F3A24E87-3D9F-4A37-A122-90BC1245DE69}" presName="vert2" presStyleCnt="0"/>
      <dgm:spPr/>
    </dgm:pt>
    <dgm:pt modelId="{EC99ACBC-671D-4AD2-ACFB-0E32D8252612}" type="pres">
      <dgm:prSet presAssocID="{F3A24E87-3D9F-4A37-A122-90BC1245DE69}" presName="thinLine2b" presStyleLbl="callout" presStyleIdx="1" presStyleCnt="8"/>
      <dgm:spPr/>
    </dgm:pt>
    <dgm:pt modelId="{09C7CD82-CE30-459E-AA6C-064CE92CC732}" type="pres">
      <dgm:prSet presAssocID="{F3A24E87-3D9F-4A37-A122-90BC1245DE69}" presName="vertSpace2b" presStyleCnt="0"/>
      <dgm:spPr/>
    </dgm:pt>
    <dgm:pt modelId="{0C505057-3BFF-4AC1-96AF-711FE8D92268}" type="pres">
      <dgm:prSet presAssocID="{89764D52-F381-4D5F-89AF-E24FDFA19B30}" presName="thickLine" presStyleLbl="alignNode1" presStyleIdx="1" presStyleCnt="2"/>
      <dgm:spPr/>
    </dgm:pt>
    <dgm:pt modelId="{88456979-76A5-484E-BBF3-40A8DDD0BF01}" type="pres">
      <dgm:prSet presAssocID="{89764D52-F381-4D5F-89AF-E24FDFA19B30}" presName="horz1" presStyleCnt="0"/>
      <dgm:spPr/>
    </dgm:pt>
    <dgm:pt modelId="{8383CC57-93CC-478C-B84C-9C5C966B225E}" type="pres">
      <dgm:prSet presAssocID="{89764D52-F381-4D5F-89AF-E24FDFA19B30}" presName="tx1" presStyleLbl="revTx" presStyleIdx="3" presStyleCnt="10"/>
      <dgm:spPr/>
    </dgm:pt>
    <dgm:pt modelId="{2D1DEBEE-434B-4409-9270-B6553669BF39}" type="pres">
      <dgm:prSet presAssocID="{89764D52-F381-4D5F-89AF-E24FDFA19B30}" presName="vert1" presStyleCnt="0"/>
      <dgm:spPr/>
    </dgm:pt>
    <dgm:pt modelId="{EB1B5D68-FA96-4EAC-BE42-C82048455E43}" type="pres">
      <dgm:prSet presAssocID="{01979CA2-3247-4DA0-8A85-2F54B600C06F}" presName="vertSpace2a" presStyleCnt="0"/>
      <dgm:spPr/>
    </dgm:pt>
    <dgm:pt modelId="{343CEE76-4AC4-4571-AC87-DC7A41955E20}" type="pres">
      <dgm:prSet presAssocID="{01979CA2-3247-4DA0-8A85-2F54B600C06F}" presName="horz2" presStyleCnt="0"/>
      <dgm:spPr/>
    </dgm:pt>
    <dgm:pt modelId="{A4143A0E-E466-4C24-8DE0-8D39FD714376}" type="pres">
      <dgm:prSet presAssocID="{01979CA2-3247-4DA0-8A85-2F54B600C06F}" presName="horzSpace2" presStyleCnt="0"/>
      <dgm:spPr/>
    </dgm:pt>
    <dgm:pt modelId="{89CFC746-4C45-4A59-B04B-63669198766B}" type="pres">
      <dgm:prSet presAssocID="{01979CA2-3247-4DA0-8A85-2F54B600C06F}" presName="tx2" presStyleLbl="revTx" presStyleIdx="4" presStyleCnt="10"/>
      <dgm:spPr/>
    </dgm:pt>
    <dgm:pt modelId="{6FA3A006-4E26-4142-A53F-539D46EC2652}" type="pres">
      <dgm:prSet presAssocID="{01979CA2-3247-4DA0-8A85-2F54B600C06F}" presName="vert2" presStyleCnt="0"/>
      <dgm:spPr/>
    </dgm:pt>
    <dgm:pt modelId="{DF26271B-75BE-4D30-A59E-1B8D3F9534DC}" type="pres">
      <dgm:prSet presAssocID="{01979CA2-3247-4DA0-8A85-2F54B600C06F}" presName="thinLine2b" presStyleLbl="callout" presStyleIdx="2" presStyleCnt="8"/>
      <dgm:spPr/>
    </dgm:pt>
    <dgm:pt modelId="{8C3C932A-1ED7-4FF9-8766-B588D6103DD6}" type="pres">
      <dgm:prSet presAssocID="{01979CA2-3247-4DA0-8A85-2F54B600C06F}" presName="vertSpace2b" presStyleCnt="0"/>
      <dgm:spPr/>
    </dgm:pt>
    <dgm:pt modelId="{3A2E51A7-6E67-47AF-8EB2-28DE8104CD23}" type="pres">
      <dgm:prSet presAssocID="{F163187F-75B0-476D-B53C-21F597CC3C21}" presName="horz2" presStyleCnt="0"/>
      <dgm:spPr/>
    </dgm:pt>
    <dgm:pt modelId="{3F976DF5-BE0A-4D15-9109-67A3C26597AD}" type="pres">
      <dgm:prSet presAssocID="{F163187F-75B0-476D-B53C-21F597CC3C21}" presName="horzSpace2" presStyleCnt="0"/>
      <dgm:spPr/>
    </dgm:pt>
    <dgm:pt modelId="{FF073A24-50AD-4D97-BAEE-728DC1D6B009}" type="pres">
      <dgm:prSet presAssocID="{F163187F-75B0-476D-B53C-21F597CC3C21}" presName="tx2" presStyleLbl="revTx" presStyleIdx="5" presStyleCnt="10"/>
      <dgm:spPr/>
    </dgm:pt>
    <dgm:pt modelId="{B55322AC-DEAF-475B-9EB9-F85A298D2B15}" type="pres">
      <dgm:prSet presAssocID="{F163187F-75B0-476D-B53C-21F597CC3C21}" presName="vert2" presStyleCnt="0"/>
      <dgm:spPr/>
    </dgm:pt>
    <dgm:pt modelId="{A859697C-3598-4152-B029-806EEE359676}" type="pres">
      <dgm:prSet presAssocID="{F163187F-75B0-476D-B53C-21F597CC3C21}" presName="thinLine2b" presStyleLbl="callout" presStyleIdx="3" presStyleCnt="8"/>
      <dgm:spPr/>
    </dgm:pt>
    <dgm:pt modelId="{19232FD9-0F3F-42D6-80F0-8F97E705CA9C}" type="pres">
      <dgm:prSet presAssocID="{F163187F-75B0-476D-B53C-21F597CC3C21}" presName="vertSpace2b" presStyleCnt="0"/>
      <dgm:spPr/>
    </dgm:pt>
    <dgm:pt modelId="{963D9B47-1BDC-4550-B1DC-5B445975B2E0}" type="pres">
      <dgm:prSet presAssocID="{5B383920-2206-40AF-ADD5-74E4099287AF}" presName="horz2" presStyleCnt="0"/>
      <dgm:spPr/>
    </dgm:pt>
    <dgm:pt modelId="{BCDABB85-C305-40C6-9813-5A6857D01BD8}" type="pres">
      <dgm:prSet presAssocID="{5B383920-2206-40AF-ADD5-74E4099287AF}" presName="horzSpace2" presStyleCnt="0"/>
      <dgm:spPr/>
    </dgm:pt>
    <dgm:pt modelId="{8F681325-CAB8-4B93-93FB-5C4000A9FC75}" type="pres">
      <dgm:prSet presAssocID="{5B383920-2206-40AF-ADD5-74E4099287AF}" presName="tx2" presStyleLbl="revTx" presStyleIdx="6" presStyleCnt="10"/>
      <dgm:spPr/>
    </dgm:pt>
    <dgm:pt modelId="{B9E28DB2-376B-4E4E-A586-9EED817972DA}" type="pres">
      <dgm:prSet presAssocID="{5B383920-2206-40AF-ADD5-74E4099287AF}" presName="vert2" presStyleCnt="0"/>
      <dgm:spPr/>
    </dgm:pt>
    <dgm:pt modelId="{93ECCC6A-9506-402B-B965-33115142204C}" type="pres">
      <dgm:prSet presAssocID="{5B383920-2206-40AF-ADD5-74E4099287AF}" presName="thinLine2b" presStyleLbl="callout" presStyleIdx="4" presStyleCnt="8"/>
      <dgm:spPr/>
    </dgm:pt>
    <dgm:pt modelId="{D154831E-F332-4359-B9A0-7042DF854446}" type="pres">
      <dgm:prSet presAssocID="{5B383920-2206-40AF-ADD5-74E4099287AF}" presName="vertSpace2b" presStyleCnt="0"/>
      <dgm:spPr/>
    </dgm:pt>
    <dgm:pt modelId="{883ABCA0-4B96-4433-80D5-58160A122400}" type="pres">
      <dgm:prSet presAssocID="{8DAC4FDB-2DB0-411E-BF49-C430F6DE0B30}" presName="horz2" presStyleCnt="0"/>
      <dgm:spPr/>
    </dgm:pt>
    <dgm:pt modelId="{2519B442-BF92-4CD7-A074-989D196A900C}" type="pres">
      <dgm:prSet presAssocID="{8DAC4FDB-2DB0-411E-BF49-C430F6DE0B30}" presName="horzSpace2" presStyleCnt="0"/>
      <dgm:spPr/>
    </dgm:pt>
    <dgm:pt modelId="{1F1FD8C1-76F1-4D0A-A45F-08FB1692564E}" type="pres">
      <dgm:prSet presAssocID="{8DAC4FDB-2DB0-411E-BF49-C430F6DE0B30}" presName="tx2" presStyleLbl="revTx" presStyleIdx="7" presStyleCnt="10"/>
      <dgm:spPr/>
    </dgm:pt>
    <dgm:pt modelId="{379DB722-B0DA-4E53-9305-31FF24C9B07B}" type="pres">
      <dgm:prSet presAssocID="{8DAC4FDB-2DB0-411E-BF49-C430F6DE0B30}" presName="vert2" presStyleCnt="0"/>
      <dgm:spPr/>
    </dgm:pt>
    <dgm:pt modelId="{69361B79-0E89-4285-95EB-AE4B7E063348}" type="pres">
      <dgm:prSet presAssocID="{8DAC4FDB-2DB0-411E-BF49-C430F6DE0B30}" presName="thinLine2b" presStyleLbl="callout" presStyleIdx="5" presStyleCnt="8"/>
      <dgm:spPr/>
    </dgm:pt>
    <dgm:pt modelId="{B6E53C8F-FBE8-43DF-A4CD-754A92F2C6C9}" type="pres">
      <dgm:prSet presAssocID="{8DAC4FDB-2DB0-411E-BF49-C430F6DE0B30}" presName="vertSpace2b" presStyleCnt="0"/>
      <dgm:spPr/>
    </dgm:pt>
    <dgm:pt modelId="{CBB51522-5BB9-4603-A0E3-C5A4BE7EEF4B}" type="pres">
      <dgm:prSet presAssocID="{BA6DDBF7-0FAF-4FB8-ABBD-5BD174E51DC5}" presName="horz2" presStyleCnt="0"/>
      <dgm:spPr/>
    </dgm:pt>
    <dgm:pt modelId="{628B8F05-A47F-4899-8541-2A3E530448B0}" type="pres">
      <dgm:prSet presAssocID="{BA6DDBF7-0FAF-4FB8-ABBD-5BD174E51DC5}" presName="horzSpace2" presStyleCnt="0"/>
      <dgm:spPr/>
    </dgm:pt>
    <dgm:pt modelId="{C0AFF7CF-2AC4-4803-8889-D5B84CF583C3}" type="pres">
      <dgm:prSet presAssocID="{BA6DDBF7-0FAF-4FB8-ABBD-5BD174E51DC5}" presName="tx2" presStyleLbl="revTx" presStyleIdx="8" presStyleCnt="10"/>
      <dgm:spPr/>
    </dgm:pt>
    <dgm:pt modelId="{4B60A220-D777-426B-9314-6BECDFDD667B}" type="pres">
      <dgm:prSet presAssocID="{BA6DDBF7-0FAF-4FB8-ABBD-5BD174E51DC5}" presName="vert2" presStyleCnt="0"/>
      <dgm:spPr/>
    </dgm:pt>
    <dgm:pt modelId="{09B169F6-DE90-46FB-89C7-0C95FF87A228}" type="pres">
      <dgm:prSet presAssocID="{BA6DDBF7-0FAF-4FB8-ABBD-5BD174E51DC5}" presName="thinLine2b" presStyleLbl="callout" presStyleIdx="6" presStyleCnt="8"/>
      <dgm:spPr/>
    </dgm:pt>
    <dgm:pt modelId="{EB8111D0-B393-4E2F-8A7F-3CB34B07A848}" type="pres">
      <dgm:prSet presAssocID="{BA6DDBF7-0FAF-4FB8-ABBD-5BD174E51DC5}" presName="vertSpace2b" presStyleCnt="0"/>
      <dgm:spPr/>
    </dgm:pt>
    <dgm:pt modelId="{5567090B-53BD-4F92-8132-3EEC31FA1D9D}" type="pres">
      <dgm:prSet presAssocID="{014BB104-A3C4-4BCB-84B7-E74E1A751AAE}" presName="horz2" presStyleCnt="0"/>
      <dgm:spPr/>
    </dgm:pt>
    <dgm:pt modelId="{9BF6491A-760B-4C7E-98FE-41103CDB3CD2}" type="pres">
      <dgm:prSet presAssocID="{014BB104-A3C4-4BCB-84B7-E74E1A751AAE}" presName="horzSpace2" presStyleCnt="0"/>
      <dgm:spPr/>
    </dgm:pt>
    <dgm:pt modelId="{AC0E7770-9625-4443-B2A8-CAC8493C4FBC}" type="pres">
      <dgm:prSet presAssocID="{014BB104-A3C4-4BCB-84B7-E74E1A751AAE}" presName="tx2" presStyleLbl="revTx" presStyleIdx="9" presStyleCnt="10"/>
      <dgm:spPr/>
    </dgm:pt>
    <dgm:pt modelId="{A50E2271-DA2C-420C-A832-F8A07373C509}" type="pres">
      <dgm:prSet presAssocID="{014BB104-A3C4-4BCB-84B7-E74E1A751AAE}" presName="vert2" presStyleCnt="0"/>
      <dgm:spPr/>
    </dgm:pt>
    <dgm:pt modelId="{3C264D30-7DB8-4243-9F91-C007952706B5}" type="pres">
      <dgm:prSet presAssocID="{014BB104-A3C4-4BCB-84B7-E74E1A751AAE}" presName="thinLine2b" presStyleLbl="callout" presStyleIdx="7" presStyleCnt="8"/>
      <dgm:spPr/>
    </dgm:pt>
    <dgm:pt modelId="{D0B690EB-6CEE-4C93-B157-22D83921AB1F}" type="pres">
      <dgm:prSet presAssocID="{014BB104-A3C4-4BCB-84B7-E74E1A751AAE}" presName="vertSpace2b" presStyleCnt="0"/>
      <dgm:spPr/>
    </dgm:pt>
  </dgm:ptLst>
  <dgm:cxnLst>
    <dgm:cxn modelId="{F8133405-1D62-4DA3-A1FD-49B8FC4016BF}" srcId="{89764D52-F381-4D5F-89AF-E24FDFA19B30}" destId="{01979CA2-3247-4DA0-8A85-2F54B600C06F}" srcOrd="0" destOrd="0" parTransId="{1F3EC9C4-B86B-4D83-A060-650B30718FC0}" sibTransId="{8CCED14A-6835-4E12-9B13-962FD285475F}"/>
    <dgm:cxn modelId="{050A5B1F-353F-4471-87CD-3C296C60E06E}" type="presOf" srcId="{BA6DDBF7-0FAF-4FB8-ABBD-5BD174E51DC5}" destId="{C0AFF7CF-2AC4-4803-8889-D5B84CF583C3}" srcOrd="0" destOrd="0" presId="urn:microsoft.com/office/officeart/2008/layout/LinedList"/>
    <dgm:cxn modelId="{EBA3DA23-630B-43CB-8048-99B8E4B2BB4D}" type="presOf" srcId="{014BB104-A3C4-4BCB-84B7-E74E1A751AAE}" destId="{AC0E7770-9625-4443-B2A8-CAC8493C4FBC}" srcOrd="0" destOrd="0" presId="urn:microsoft.com/office/officeart/2008/layout/LinedList"/>
    <dgm:cxn modelId="{5A620232-48EC-4CDF-8D55-E68A0DCFC574}" srcId="{0AF9DF19-8C39-4484-96A4-6297107EA6D7}" destId="{7F855667-76D5-417E-9C9D-8D19156887BE}" srcOrd="0" destOrd="0" parTransId="{A869BD99-C0D9-496E-A9BD-9C5283CEEA99}" sibTransId="{7B12280E-305E-486C-949D-40FCE15A9D69}"/>
    <dgm:cxn modelId="{1747EE5E-5B9F-420D-B82C-3B9AC2D8DDE2}" srcId="{89764D52-F381-4D5F-89AF-E24FDFA19B30}" destId="{014BB104-A3C4-4BCB-84B7-E74E1A751AAE}" srcOrd="5" destOrd="0" parTransId="{095481FF-37F0-410E-8088-E49D78E445BD}" sibTransId="{C7B99D1D-9BD8-4954-84A6-EF26EE519F3E}"/>
    <dgm:cxn modelId="{82B8346D-5ADC-4447-8B82-C4652E692E00}" type="presOf" srcId="{0AF9DF19-8C39-4484-96A4-6297107EA6D7}" destId="{F0748E36-4AC6-4B1D-BA8E-9E6A84FF0C3F}" srcOrd="0" destOrd="0" presId="urn:microsoft.com/office/officeart/2008/layout/LinedList"/>
    <dgm:cxn modelId="{52471A6F-1CB1-4FDE-BA7A-24C479FC2D0F}" srcId="{7F855667-76D5-417E-9C9D-8D19156887BE}" destId="{F3A24E87-3D9F-4A37-A122-90BC1245DE69}" srcOrd="1" destOrd="0" parTransId="{EB24C8B1-A725-45BD-8924-A991B93C6FC6}" sibTransId="{36E5B1E9-8271-4A01-BB6B-909EE41138C7}"/>
    <dgm:cxn modelId="{EB75D871-42CB-433F-9346-6D9F8B07CBA0}" srcId="{89764D52-F381-4D5F-89AF-E24FDFA19B30}" destId="{BA6DDBF7-0FAF-4FB8-ABBD-5BD174E51DC5}" srcOrd="4" destOrd="0" parTransId="{A2A856F8-B1AE-4B37-B471-E4FCB5F012AA}" sibTransId="{2B766D19-E13E-44C1-B857-14A6B656AB4D}"/>
    <dgm:cxn modelId="{6F639657-F0BF-4C43-8809-9CCD9ACA4B14}" type="presOf" srcId="{F3A24E87-3D9F-4A37-A122-90BC1245DE69}" destId="{6D72B746-F305-4A54-ADBB-A088274AA925}" srcOrd="0" destOrd="0" presId="urn:microsoft.com/office/officeart/2008/layout/LinedList"/>
    <dgm:cxn modelId="{A673517B-BCA2-4F95-B7CC-DC6CAC645C51}" type="presOf" srcId="{5B383920-2206-40AF-ADD5-74E4099287AF}" destId="{8F681325-CAB8-4B93-93FB-5C4000A9FC75}" srcOrd="0" destOrd="0" presId="urn:microsoft.com/office/officeart/2008/layout/LinedList"/>
    <dgm:cxn modelId="{308EA492-CCBA-4A0E-AB29-BB373C02B54A}" srcId="{0AF9DF19-8C39-4484-96A4-6297107EA6D7}" destId="{89764D52-F381-4D5F-89AF-E24FDFA19B30}" srcOrd="1" destOrd="0" parTransId="{273A4C8D-CED7-4C26-9E07-6FF255DDC051}" sibTransId="{E9373F08-138C-4BFC-9C4F-B758ADEAB79B}"/>
    <dgm:cxn modelId="{44A3FE9A-8C49-4817-933F-40EC24ABA30D}" type="presOf" srcId="{7F855667-76D5-417E-9C9D-8D19156887BE}" destId="{5D56ECA7-BD47-4BB8-815F-20D5C14C3BF3}" srcOrd="0" destOrd="0" presId="urn:microsoft.com/office/officeart/2008/layout/LinedList"/>
    <dgm:cxn modelId="{951B74A2-B082-4B74-97C8-E63D63DDD823}" type="presOf" srcId="{F163187F-75B0-476D-B53C-21F597CC3C21}" destId="{FF073A24-50AD-4D97-BAEE-728DC1D6B009}" srcOrd="0" destOrd="0" presId="urn:microsoft.com/office/officeart/2008/layout/LinedList"/>
    <dgm:cxn modelId="{3E4C0FA6-C3E5-4A17-9B04-07D708F4ED3D}" srcId="{89764D52-F381-4D5F-89AF-E24FDFA19B30}" destId="{8DAC4FDB-2DB0-411E-BF49-C430F6DE0B30}" srcOrd="3" destOrd="0" parTransId="{D859104F-ACAD-4674-8CAD-BA2A5E4CA61B}" sibTransId="{D5410285-85A1-4DDD-9C59-07524EBC7FB6}"/>
    <dgm:cxn modelId="{C25A65A6-AD84-4FF3-9AC9-BE5E1CB87EE3}" type="presOf" srcId="{89764D52-F381-4D5F-89AF-E24FDFA19B30}" destId="{8383CC57-93CC-478C-B84C-9C5C966B225E}" srcOrd="0" destOrd="0" presId="urn:microsoft.com/office/officeart/2008/layout/LinedList"/>
    <dgm:cxn modelId="{872D6BC3-2DDB-4EEE-A48E-499472FCB192}" srcId="{7F855667-76D5-417E-9C9D-8D19156887BE}" destId="{7DA4EC0D-E4F4-4DD6-9FDB-7690CA3E66A2}" srcOrd="0" destOrd="0" parTransId="{CB64846B-F4AA-4C99-8113-FBFD3E4533F9}" sibTransId="{03E82D24-7EE4-40F6-9061-45CC4AFC261E}"/>
    <dgm:cxn modelId="{E8FD95D2-E236-456E-872E-C388E13F5304}" type="presOf" srcId="{7DA4EC0D-E4F4-4DD6-9FDB-7690CA3E66A2}" destId="{72951573-9AB7-408F-8486-24B715F3A3B0}" srcOrd="0" destOrd="0" presId="urn:microsoft.com/office/officeart/2008/layout/LinedList"/>
    <dgm:cxn modelId="{85982ED9-4F47-46E9-A77E-42DE33941869}" srcId="{89764D52-F381-4D5F-89AF-E24FDFA19B30}" destId="{F163187F-75B0-476D-B53C-21F597CC3C21}" srcOrd="1" destOrd="0" parTransId="{F852443D-212D-4581-9D6C-C4E5C5537E65}" sibTransId="{B1BFD9AB-9815-47F3-9435-FC224164BDC8}"/>
    <dgm:cxn modelId="{6DE419DA-A8F4-4B7B-9C41-7FED91285A4A}" type="presOf" srcId="{8DAC4FDB-2DB0-411E-BF49-C430F6DE0B30}" destId="{1F1FD8C1-76F1-4D0A-A45F-08FB1692564E}" srcOrd="0" destOrd="0" presId="urn:microsoft.com/office/officeart/2008/layout/LinedList"/>
    <dgm:cxn modelId="{54B347EB-465A-422D-96B4-EE44007C5145}" srcId="{89764D52-F381-4D5F-89AF-E24FDFA19B30}" destId="{5B383920-2206-40AF-ADD5-74E4099287AF}" srcOrd="2" destOrd="0" parTransId="{5FB10D38-F8F4-42A5-902F-EBA84E54B688}" sibTransId="{9B7AB560-D090-42F5-9CF2-F079B9DB3157}"/>
    <dgm:cxn modelId="{FCE67FF6-2362-48C7-BF22-B1211B23F845}" type="presOf" srcId="{01979CA2-3247-4DA0-8A85-2F54B600C06F}" destId="{89CFC746-4C45-4A59-B04B-63669198766B}" srcOrd="0" destOrd="0" presId="urn:microsoft.com/office/officeart/2008/layout/LinedList"/>
    <dgm:cxn modelId="{F13C9D74-290E-4AA6-B350-E5710D7B5CDA}" type="presParOf" srcId="{F0748E36-4AC6-4B1D-BA8E-9E6A84FF0C3F}" destId="{EE166C31-2325-4F15-BC62-64B8432EBD74}" srcOrd="0" destOrd="0" presId="urn:microsoft.com/office/officeart/2008/layout/LinedList"/>
    <dgm:cxn modelId="{DC29AEDB-8145-4816-A443-9E0B13757766}" type="presParOf" srcId="{F0748E36-4AC6-4B1D-BA8E-9E6A84FF0C3F}" destId="{75CF495F-CFB4-4CD4-B3C0-C8321EF559D7}" srcOrd="1" destOrd="0" presId="urn:microsoft.com/office/officeart/2008/layout/LinedList"/>
    <dgm:cxn modelId="{6A58EF08-F03C-4688-87DD-130E95B8C72A}" type="presParOf" srcId="{75CF495F-CFB4-4CD4-B3C0-C8321EF559D7}" destId="{5D56ECA7-BD47-4BB8-815F-20D5C14C3BF3}" srcOrd="0" destOrd="0" presId="urn:microsoft.com/office/officeart/2008/layout/LinedList"/>
    <dgm:cxn modelId="{5C0C4580-F7E7-42F4-9165-BDFC0A54A590}" type="presParOf" srcId="{75CF495F-CFB4-4CD4-B3C0-C8321EF559D7}" destId="{569224E4-F545-4B04-B963-8D71F4FA3C43}" srcOrd="1" destOrd="0" presId="urn:microsoft.com/office/officeart/2008/layout/LinedList"/>
    <dgm:cxn modelId="{684828B8-70D2-4160-BCAC-7D834C2A90E1}" type="presParOf" srcId="{569224E4-F545-4B04-B963-8D71F4FA3C43}" destId="{3550FA1D-5339-49B1-B04D-7F6318CD28AE}" srcOrd="0" destOrd="0" presId="urn:microsoft.com/office/officeart/2008/layout/LinedList"/>
    <dgm:cxn modelId="{9824D230-E7FF-442A-86D9-ED90C52B6F0F}" type="presParOf" srcId="{569224E4-F545-4B04-B963-8D71F4FA3C43}" destId="{4465AA2B-3E4B-4DE0-B8F3-37E59C80A9F5}" srcOrd="1" destOrd="0" presId="urn:microsoft.com/office/officeart/2008/layout/LinedList"/>
    <dgm:cxn modelId="{2FFA293B-4E68-4FD6-9982-25CF85B0A7AE}" type="presParOf" srcId="{4465AA2B-3E4B-4DE0-B8F3-37E59C80A9F5}" destId="{EE2DBFA2-A63B-4A13-82AB-219776F732BF}" srcOrd="0" destOrd="0" presId="urn:microsoft.com/office/officeart/2008/layout/LinedList"/>
    <dgm:cxn modelId="{4309C205-6EA4-4758-AE0D-7B9A5BF2C7A0}" type="presParOf" srcId="{4465AA2B-3E4B-4DE0-B8F3-37E59C80A9F5}" destId="{72951573-9AB7-408F-8486-24B715F3A3B0}" srcOrd="1" destOrd="0" presId="urn:microsoft.com/office/officeart/2008/layout/LinedList"/>
    <dgm:cxn modelId="{2BDE5A0F-27DD-4D2E-962C-853837CE89B8}" type="presParOf" srcId="{4465AA2B-3E4B-4DE0-B8F3-37E59C80A9F5}" destId="{6FD862AC-818D-4D07-A5ED-405B1288E888}" srcOrd="2" destOrd="0" presId="urn:microsoft.com/office/officeart/2008/layout/LinedList"/>
    <dgm:cxn modelId="{9784BF6D-C8C4-4C0D-AFAF-547A0799F6DC}" type="presParOf" srcId="{569224E4-F545-4B04-B963-8D71F4FA3C43}" destId="{1F95F832-E1A5-476D-9C24-60338940D0AA}" srcOrd="2" destOrd="0" presId="urn:microsoft.com/office/officeart/2008/layout/LinedList"/>
    <dgm:cxn modelId="{3EBA341A-D7C8-4A07-A4EE-51613C216593}" type="presParOf" srcId="{569224E4-F545-4B04-B963-8D71F4FA3C43}" destId="{031889D5-3B60-4F4E-ABD4-5A53431DBFE1}" srcOrd="3" destOrd="0" presId="urn:microsoft.com/office/officeart/2008/layout/LinedList"/>
    <dgm:cxn modelId="{54EA7E0F-D5F8-41A9-8F2A-D8B464910B9A}" type="presParOf" srcId="{569224E4-F545-4B04-B963-8D71F4FA3C43}" destId="{AB753C8A-AFF7-422B-B0E0-070993A79BA2}" srcOrd="4" destOrd="0" presId="urn:microsoft.com/office/officeart/2008/layout/LinedList"/>
    <dgm:cxn modelId="{3BA0877B-7BA4-410B-A81D-0825D14A352E}" type="presParOf" srcId="{AB753C8A-AFF7-422B-B0E0-070993A79BA2}" destId="{62A37E21-D013-48FC-B969-DDE5F3877B57}" srcOrd="0" destOrd="0" presId="urn:microsoft.com/office/officeart/2008/layout/LinedList"/>
    <dgm:cxn modelId="{FACFB95C-3768-4739-A067-6276F6E7A32E}" type="presParOf" srcId="{AB753C8A-AFF7-422B-B0E0-070993A79BA2}" destId="{6D72B746-F305-4A54-ADBB-A088274AA925}" srcOrd="1" destOrd="0" presId="urn:microsoft.com/office/officeart/2008/layout/LinedList"/>
    <dgm:cxn modelId="{F58F225D-2B27-4066-ADF9-076AB17BB5FA}" type="presParOf" srcId="{AB753C8A-AFF7-422B-B0E0-070993A79BA2}" destId="{97A7765E-ED84-4BB3-A2DF-D2F0C0DBD76F}" srcOrd="2" destOrd="0" presId="urn:microsoft.com/office/officeart/2008/layout/LinedList"/>
    <dgm:cxn modelId="{CBB059CC-5480-467D-99D7-BCABE896ED6F}" type="presParOf" srcId="{569224E4-F545-4B04-B963-8D71F4FA3C43}" destId="{EC99ACBC-671D-4AD2-ACFB-0E32D8252612}" srcOrd="5" destOrd="0" presId="urn:microsoft.com/office/officeart/2008/layout/LinedList"/>
    <dgm:cxn modelId="{FE44865A-AC31-4F04-BD96-C71261B71563}" type="presParOf" srcId="{569224E4-F545-4B04-B963-8D71F4FA3C43}" destId="{09C7CD82-CE30-459E-AA6C-064CE92CC732}" srcOrd="6" destOrd="0" presId="urn:microsoft.com/office/officeart/2008/layout/LinedList"/>
    <dgm:cxn modelId="{5B03FB67-7DD8-489B-9DF8-2F6A89B8A566}" type="presParOf" srcId="{F0748E36-4AC6-4B1D-BA8E-9E6A84FF0C3F}" destId="{0C505057-3BFF-4AC1-96AF-711FE8D92268}" srcOrd="2" destOrd="0" presId="urn:microsoft.com/office/officeart/2008/layout/LinedList"/>
    <dgm:cxn modelId="{ADAFB1BC-0371-4ABD-B97C-0B23C4DDC20A}" type="presParOf" srcId="{F0748E36-4AC6-4B1D-BA8E-9E6A84FF0C3F}" destId="{88456979-76A5-484E-BBF3-40A8DDD0BF01}" srcOrd="3" destOrd="0" presId="urn:microsoft.com/office/officeart/2008/layout/LinedList"/>
    <dgm:cxn modelId="{BE594F0D-6156-4202-B3F7-ADAA582DBE1B}" type="presParOf" srcId="{88456979-76A5-484E-BBF3-40A8DDD0BF01}" destId="{8383CC57-93CC-478C-B84C-9C5C966B225E}" srcOrd="0" destOrd="0" presId="urn:microsoft.com/office/officeart/2008/layout/LinedList"/>
    <dgm:cxn modelId="{84539E53-5FBE-4585-9808-E716395FAF6F}" type="presParOf" srcId="{88456979-76A5-484E-BBF3-40A8DDD0BF01}" destId="{2D1DEBEE-434B-4409-9270-B6553669BF39}" srcOrd="1" destOrd="0" presId="urn:microsoft.com/office/officeart/2008/layout/LinedList"/>
    <dgm:cxn modelId="{93F103A5-B5CF-4A7D-BFD2-014E6FD8F878}" type="presParOf" srcId="{2D1DEBEE-434B-4409-9270-B6553669BF39}" destId="{EB1B5D68-FA96-4EAC-BE42-C82048455E43}" srcOrd="0" destOrd="0" presId="urn:microsoft.com/office/officeart/2008/layout/LinedList"/>
    <dgm:cxn modelId="{985AB8C0-4DBA-4567-972E-C975C1FFAB45}" type="presParOf" srcId="{2D1DEBEE-434B-4409-9270-B6553669BF39}" destId="{343CEE76-4AC4-4571-AC87-DC7A41955E20}" srcOrd="1" destOrd="0" presId="urn:microsoft.com/office/officeart/2008/layout/LinedList"/>
    <dgm:cxn modelId="{F4EC529A-2EE9-41E8-835A-D62CBA3BF35E}" type="presParOf" srcId="{343CEE76-4AC4-4571-AC87-DC7A41955E20}" destId="{A4143A0E-E466-4C24-8DE0-8D39FD714376}" srcOrd="0" destOrd="0" presId="urn:microsoft.com/office/officeart/2008/layout/LinedList"/>
    <dgm:cxn modelId="{9D9ACD2B-8DDF-4BA1-A3F0-B0D74D2B2513}" type="presParOf" srcId="{343CEE76-4AC4-4571-AC87-DC7A41955E20}" destId="{89CFC746-4C45-4A59-B04B-63669198766B}" srcOrd="1" destOrd="0" presId="urn:microsoft.com/office/officeart/2008/layout/LinedList"/>
    <dgm:cxn modelId="{2C44E07D-17AB-4B66-A218-4FD3592E45E7}" type="presParOf" srcId="{343CEE76-4AC4-4571-AC87-DC7A41955E20}" destId="{6FA3A006-4E26-4142-A53F-539D46EC2652}" srcOrd="2" destOrd="0" presId="urn:microsoft.com/office/officeart/2008/layout/LinedList"/>
    <dgm:cxn modelId="{74E503C4-8106-495F-B261-9E0CA6EA518F}" type="presParOf" srcId="{2D1DEBEE-434B-4409-9270-B6553669BF39}" destId="{DF26271B-75BE-4D30-A59E-1B8D3F9534DC}" srcOrd="2" destOrd="0" presId="urn:microsoft.com/office/officeart/2008/layout/LinedList"/>
    <dgm:cxn modelId="{90E0EB1B-4C7B-4F1C-BC93-CF09D7DB28B4}" type="presParOf" srcId="{2D1DEBEE-434B-4409-9270-B6553669BF39}" destId="{8C3C932A-1ED7-4FF9-8766-B588D6103DD6}" srcOrd="3" destOrd="0" presId="urn:microsoft.com/office/officeart/2008/layout/LinedList"/>
    <dgm:cxn modelId="{D3228B1F-26BD-4A70-8CF7-B3D610C938E3}" type="presParOf" srcId="{2D1DEBEE-434B-4409-9270-B6553669BF39}" destId="{3A2E51A7-6E67-47AF-8EB2-28DE8104CD23}" srcOrd="4" destOrd="0" presId="urn:microsoft.com/office/officeart/2008/layout/LinedList"/>
    <dgm:cxn modelId="{98721E2D-73C9-4666-AB58-FC9DE68C5A94}" type="presParOf" srcId="{3A2E51A7-6E67-47AF-8EB2-28DE8104CD23}" destId="{3F976DF5-BE0A-4D15-9109-67A3C26597AD}" srcOrd="0" destOrd="0" presId="urn:microsoft.com/office/officeart/2008/layout/LinedList"/>
    <dgm:cxn modelId="{10FF7627-DD0D-4AD3-85C8-0E9232338CD8}" type="presParOf" srcId="{3A2E51A7-6E67-47AF-8EB2-28DE8104CD23}" destId="{FF073A24-50AD-4D97-BAEE-728DC1D6B009}" srcOrd="1" destOrd="0" presId="urn:microsoft.com/office/officeart/2008/layout/LinedList"/>
    <dgm:cxn modelId="{8268AE1A-189E-4019-8601-7B11AB8D4B70}" type="presParOf" srcId="{3A2E51A7-6E67-47AF-8EB2-28DE8104CD23}" destId="{B55322AC-DEAF-475B-9EB9-F85A298D2B15}" srcOrd="2" destOrd="0" presId="urn:microsoft.com/office/officeart/2008/layout/LinedList"/>
    <dgm:cxn modelId="{4BD385DA-AB21-412E-B1C9-C0965F944C41}" type="presParOf" srcId="{2D1DEBEE-434B-4409-9270-B6553669BF39}" destId="{A859697C-3598-4152-B029-806EEE359676}" srcOrd="5" destOrd="0" presId="urn:microsoft.com/office/officeart/2008/layout/LinedList"/>
    <dgm:cxn modelId="{88A54E86-0E07-4393-A83A-0B3E07E8F84C}" type="presParOf" srcId="{2D1DEBEE-434B-4409-9270-B6553669BF39}" destId="{19232FD9-0F3F-42D6-80F0-8F97E705CA9C}" srcOrd="6" destOrd="0" presId="urn:microsoft.com/office/officeart/2008/layout/LinedList"/>
    <dgm:cxn modelId="{EA160002-EC21-480E-9301-B210E9D7C441}" type="presParOf" srcId="{2D1DEBEE-434B-4409-9270-B6553669BF39}" destId="{963D9B47-1BDC-4550-B1DC-5B445975B2E0}" srcOrd="7" destOrd="0" presId="urn:microsoft.com/office/officeart/2008/layout/LinedList"/>
    <dgm:cxn modelId="{912AE809-CDF4-4A4F-A16C-FD7CB893A280}" type="presParOf" srcId="{963D9B47-1BDC-4550-B1DC-5B445975B2E0}" destId="{BCDABB85-C305-40C6-9813-5A6857D01BD8}" srcOrd="0" destOrd="0" presId="urn:microsoft.com/office/officeart/2008/layout/LinedList"/>
    <dgm:cxn modelId="{54606E09-3E52-4839-8A66-850278E94148}" type="presParOf" srcId="{963D9B47-1BDC-4550-B1DC-5B445975B2E0}" destId="{8F681325-CAB8-4B93-93FB-5C4000A9FC75}" srcOrd="1" destOrd="0" presId="urn:microsoft.com/office/officeart/2008/layout/LinedList"/>
    <dgm:cxn modelId="{D5EDA46C-ABCC-4925-A526-47A8B26B20C8}" type="presParOf" srcId="{963D9B47-1BDC-4550-B1DC-5B445975B2E0}" destId="{B9E28DB2-376B-4E4E-A586-9EED817972DA}" srcOrd="2" destOrd="0" presId="urn:microsoft.com/office/officeart/2008/layout/LinedList"/>
    <dgm:cxn modelId="{84A5143D-5C0B-4DDB-9417-B6FC7B14D714}" type="presParOf" srcId="{2D1DEBEE-434B-4409-9270-B6553669BF39}" destId="{93ECCC6A-9506-402B-B965-33115142204C}" srcOrd="8" destOrd="0" presId="urn:microsoft.com/office/officeart/2008/layout/LinedList"/>
    <dgm:cxn modelId="{CAEAEF74-666D-4E60-A0B6-8514AE8D4F1F}" type="presParOf" srcId="{2D1DEBEE-434B-4409-9270-B6553669BF39}" destId="{D154831E-F332-4359-B9A0-7042DF854446}" srcOrd="9" destOrd="0" presId="urn:microsoft.com/office/officeart/2008/layout/LinedList"/>
    <dgm:cxn modelId="{ACD8105B-B5F6-4275-9030-A505CAA426CB}" type="presParOf" srcId="{2D1DEBEE-434B-4409-9270-B6553669BF39}" destId="{883ABCA0-4B96-4433-80D5-58160A122400}" srcOrd="10" destOrd="0" presId="urn:microsoft.com/office/officeart/2008/layout/LinedList"/>
    <dgm:cxn modelId="{51010F42-EAEB-4BA7-90CC-1A3B301ED5A3}" type="presParOf" srcId="{883ABCA0-4B96-4433-80D5-58160A122400}" destId="{2519B442-BF92-4CD7-A074-989D196A900C}" srcOrd="0" destOrd="0" presId="urn:microsoft.com/office/officeart/2008/layout/LinedList"/>
    <dgm:cxn modelId="{620EF700-7131-4EA6-9524-511D6880D4C6}" type="presParOf" srcId="{883ABCA0-4B96-4433-80D5-58160A122400}" destId="{1F1FD8C1-76F1-4D0A-A45F-08FB1692564E}" srcOrd="1" destOrd="0" presId="urn:microsoft.com/office/officeart/2008/layout/LinedList"/>
    <dgm:cxn modelId="{829C7BCE-BA4A-43AE-BF68-40A6508BCC2D}" type="presParOf" srcId="{883ABCA0-4B96-4433-80D5-58160A122400}" destId="{379DB722-B0DA-4E53-9305-31FF24C9B07B}" srcOrd="2" destOrd="0" presId="urn:microsoft.com/office/officeart/2008/layout/LinedList"/>
    <dgm:cxn modelId="{DFDB5721-E766-46CC-A307-19ECE4422A3C}" type="presParOf" srcId="{2D1DEBEE-434B-4409-9270-B6553669BF39}" destId="{69361B79-0E89-4285-95EB-AE4B7E063348}" srcOrd="11" destOrd="0" presId="urn:microsoft.com/office/officeart/2008/layout/LinedList"/>
    <dgm:cxn modelId="{43F3FFDB-4E67-44A2-BA04-1876DE7ADBA0}" type="presParOf" srcId="{2D1DEBEE-434B-4409-9270-B6553669BF39}" destId="{B6E53C8F-FBE8-43DF-A4CD-754A92F2C6C9}" srcOrd="12" destOrd="0" presId="urn:microsoft.com/office/officeart/2008/layout/LinedList"/>
    <dgm:cxn modelId="{C3686AFA-930A-4655-932F-B9C4341001FB}" type="presParOf" srcId="{2D1DEBEE-434B-4409-9270-B6553669BF39}" destId="{CBB51522-5BB9-4603-A0E3-C5A4BE7EEF4B}" srcOrd="13" destOrd="0" presId="urn:microsoft.com/office/officeart/2008/layout/LinedList"/>
    <dgm:cxn modelId="{96F3D871-F96D-423A-9B92-229413BB4571}" type="presParOf" srcId="{CBB51522-5BB9-4603-A0E3-C5A4BE7EEF4B}" destId="{628B8F05-A47F-4899-8541-2A3E530448B0}" srcOrd="0" destOrd="0" presId="urn:microsoft.com/office/officeart/2008/layout/LinedList"/>
    <dgm:cxn modelId="{B5A2D047-63B6-42BE-9E7B-C5F11D6C065C}" type="presParOf" srcId="{CBB51522-5BB9-4603-A0E3-C5A4BE7EEF4B}" destId="{C0AFF7CF-2AC4-4803-8889-D5B84CF583C3}" srcOrd="1" destOrd="0" presId="urn:microsoft.com/office/officeart/2008/layout/LinedList"/>
    <dgm:cxn modelId="{9A8338D9-169E-47F8-A10B-58A78CDD8361}" type="presParOf" srcId="{CBB51522-5BB9-4603-A0E3-C5A4BE7EEF4B}" destId="{4B60A220-D777-426B-9314-6BECDFDD667B}" srcOrd="2" destOrd="0" presId="urn:microsoft.com/office/officeart/2008/layout/LinedList"/>
    <dgm:cxn modelId="{58C4B884-9041-4BBF-AE65-882C9AA481B2}" type="presParOf" srcId="{2D1DEBEE-434B-4409-9270-B6553669BF39}" destId="{09B169F6-DE90-46FB-89C7-0C95FF87A228}" srcOrd="14" destOrd="0" presId="urn:microsoft.com/office/officeart/2008/layout/LinedList"/>
    <dgm:cxn modelId="{94157AE9-72A2-42F0-9234-084C787E1595}" type="presParOf" srcId="{2D1DEBEE-434B-4409-9270-B6553669BF39}" destId="{EB8111D0-B393-4E2F-8A7F-3CB34B07A848}" srcOrd="15" destOrd="0" presId="urn:microsoft.com/office/officeart/2008/layout/LinedList"/>
    <dgm:cxn modelId="{DD240C83-8085-4F9E-9AFC-19E5560930CA}" type="presParOf" srcId="{2D1DEBEE-434B-4409-9270-B6553669BF39}" destId="{5567090B-53BD-4F92-8132-3EEC31FA1D9D}" srcOrd="16" destOrd="0" presId="urn:microsoft.com/office/officeart/2008/layout/LinedList"/>
    <dgm:cxn modelId="{AF70B957-E744-4714-A2BD-C6A9C65E3B72}" type="presParOf" srcId="{5567090B-53BD-4F92-8132-3EEC31FA1D9D}" destId="{9BF6491A-760B-4C7E-98FE-41103CDB3CD2}" srcOrd="0" destOrd="0" presId="urn:microsoft.com/office/officeart/2008/layout/LinedList"/>
    <dgm:cxn modelId="{4AB50F19-BD1F-462E-995B-A0017E6A1B6D}" type="presParOf" srcId="{5567090B-53BD-4F92-8132-3EEC31FA1D9D}" destId="{AC0E7770-9625-4443-B2A8-CAC8493C4FBC}" srcOrd="1" destOrd="0" presId="urn:microsoft.com/office/officeart/2008/layout/LinedList"/>
    <dgm:cxn modelId="{EA295CA2-2518-4506-96F4-D2DD2CC19DF6}" type="presParOf" srcId="{5567090B-53BD-4F92-8132-3EEC31FA1D9D}" destId="{A50E2271-DA2C-420C-A832-F8A07373C509}" srcOrd="2" destOrd="0" presId="urn:microsoft.com/office/officeart/2008/layout/LinedList"/>
    <dgm:cxn modelId="{42EA2921-B481-413B-A57C-BE5CA8A8A8B5}" type="presParOf" srcId="{2D1DEBEE-434B-4409-9270-B6553669BF39}" destId="{3C264D30-7DB8-4243-9F91-C007952706B5}" srcOrd="17" destOrd="0" presId="urn:microsoft.com/office/officeart/2008/layout/LinedList"/>
    <dgm:cxn modelId="{58BC21E8-30E4-4803-BAE7-930443FA34AB}" type="presParOf" srcId="{2D1DEBEE-434B-4409-9270-B6553669BF39}" destId="{D0B690EB-6CEE-4C93-B157-22D83921AB1F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7F3EFE-9AB7-4D83-AF32-94FB58DD80E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446D552-506D-4177-92FE-AB3E4776D167}">
      <dgm:prSet/>
      <dgm:spPr/>
      <dgm:t>
        <a:bodyPr/>
        <a:lstStyle/>
        <a:p>
          <a:r>
            <a:rPr lang="en-US"/>
            <a:t>The 1937 elections were a major turning point in Indian history.</a:t>
          </a:r>
        </a:p>
      </dgm:t>
    </dgm:pt>
    <dgm:pt modelId="{4D1FBDB6-2C51-467D-B0E3-603A4053C448}" type="parTrans" cxnId="{4C366C29-88CA-45E9-B9F2-9F18AA272AD0}">
      <dgm:prSet/>
      <dgm:spPr/>
      <dgm:t>
        <a:bodyPr/>
        <a:lstStyle/>
        <a:p>
          <a:endParaRPr lang="en-US"/>
        </a:p>
      </dgm:t>
    </dgm:pt>
    <dgm:pt modelId="{110A6367-6934-43DB-8652-528C313E64A8}" type="sibTrans" cxnId="{4C366C29-88CA-45E9-B9F2-9F18AA272AD0}">
      <dgm:prSet/>
      <dgm:spPr/>
      <dgm:t>
        <a:bodyPr/>
        <a:lstStyle/>
        <a:p>
          <a:endParaRPr lang="en-US"/>
        </a:p>
      </dgm:t>
    </dgm:pt>
    <dgm:pt modelId="{4403679B-E5AC-41A6-BD47-12D487909597}">
      <dgm:prSet/>
      <dgm:spPr/>
      <dgm:t>
        <a:bodyPr/>
        <a:lstStyle/>
        <a:p>
          <a:r>
            <a:rPr lang="en-US"/>
            <a:t>They demonstrated the growing popularity of the INC and its commitment to self-government for India.</a:t>
          </a:r>
        </a:p>
      </dgm:t>
    </dgm:pt>
    <dgm:pt modelId="{BAFC3AAA-F50E-4BA5-BAF5-8ED0600A5AA7}" type="parTrans" cxnId="{A5A0ACBD-5228-40A8-9219-E319E42113E6}">
      <dgm:prSet/>
      <dgm:spPr/>
      <dgm:t>
        <a:bodyPr/>
        <a:lstStyle/>
        <a:p>
          <a:endParaRPr lang="en-US"/>
        </a:p>
      </dgm:t>
    </dgm:pt>
    <dgm:pt modelId="{DB6AD0C6-CB7D-47D3-B1D6-241C41AE66E4}" type="sibTrans" cxnId="{A5A0ACBD-5228-40A8-9219-E319E42113E6}">
      <dgm:prSet/>
      <dgm:spPr/>
      <dgm:t>
        <a:bodyPr/>
        <a:lstStyle/>
        <a:p>
          <a:endParaRPr lang="en-US"/>
        </a:p>
      </dgm:t>
    </dgm:pt>
    <dgm:pt modelId="{F095629F-9671-41D1-8C7C-1B57E254584C}">
      <dgm:prSet/>
      <dgm:spPr/>
      <dgm:t>
        <a:bodyPr/>
        <a:lstStyle/>
        <a:p>
          <a:r>
            <a:rPr lang="en-US"/>
            <a:t>The elections also led to the hardening of communal positions, as the Muslim League became increasingly vocal in its demand for a separate Muslim state.</a:t>
          </a:r>
        </a:p>
      </dgm:t>
    </dgm:pt>
    <dgm:pt modelId="{DFAB81F0-2272-4B1F-93C3-1A232BCBF196}" type="parTrans" cxnId="{219C2175-F2C4-4511-BB72-56C0B130DBD3}">
      <dgm:prSet/>
      <dgm:spPr/>
      <dgm:t>
        <a:bodyPr/>
        <a:lstStyle/>
        <a:p>
          <a:endParaRPr lang="en-US"/>
        </a:p>
      </dgm:t>
    </dgm:pt>
    <dgm:pt modelId="{3C7A93E9-3671-49F0-84F5-120A69B0AE9E}" type="sibTrans" cxnId="{219C2175-F2C4-4511-BB72-56C0B130DBD3}">
      <dgm:prSet/>
      <dgm:spPr/>
      <dgm:t>
        <a:bodyPr/>
        <a:lstStyle/>
        <a:p>
          <a:endParaRPr lang="en-US"/>
        </a:p>
      </dgm:t>
    </dgm:pt>
    <dgm:pt modelId="{AA87B888-2D3F-41D6-9D5D-3D7039B065FC}" type="pres">
      <dgm:prSet presAssocID="{C37F3EFE-9AB7-4D83-AF32-94FB58DD80E6}" presName="vert0" presStyleCnt="0">
        <dgm:presLayoutVars>
          <dgm:dir/>
          <dgm:animOne val="branch"/>
          <dgm:animLvl val="lvl"/>
        </dgm:presLayoutVars>
      </dgm:prSet>
      <dgm:spPr/>
    </dgm:pt>
    <dgm:pt modelId="{DBD7A1A3-0D3F-4131-9E44-D781C4B9D4E5}" type="pres">
      <dgm:prSet presAssocID="{0446D552-506D-4177-92FE-AB3E4776D167}" presName="thickLine" presStyleLbl="alignNode1" presStyleIdx="0" presStyleCnt="3"/>
      <dgm:spPr/>
    </dgm:pt>
    <dgm:pt modelId="{CA3B8C51-079C-471C-90CD-1DC3885308D5}" type="pres">
      <dgm:prSet presAssocID="{0446D552-506D-4177-92FE-AB3E4776D167}" presName="horz1" presStyleCnt="0"/>
      <dgm:spPr/>
    </dgm:pt>
    <dgm:pt modelId="{B856A03B-0D08-4117-91CE-EF794D292EF5}" type="pres">
      <dgm:prSet presAssocID="{0446D552-506D-4177-92FE-AB3E4776D167}" presName="tx1" presStyleLbl="revTx" presStyleIdx="0" presStyleCnt="3"/>
      <dgm:spPr/>
    </dgm:pt>
    <dgm:pt modelId="{944470E0-E56A-4E3F-81C1-1548D91D24F4}" type="pres">
      <dgm:prSet presAssocID="{0446D552-506D-4177-92FE-AB3E4776D167}" presName="vert1" presStyleCnt="0"/>
      <dgm:spPr/>
    </dgm:pt>
    <dgm:pt modelId="{6E07E78D-9D26-40F2-BD93-40DD20A3C6E6}" type="pres">
      <dgm:prSet presAssocID="{4403679B-E5AC-41A6-BD47-12D487909597}" presName="thickLine" presStyleLbl="alignNode1" presStyleIdx="1" presStyleCnt="3"/>
      <dgm:spPr/>
    </dgm:pt>
    <dgm:pt modelId="{22CF3A0A-044E-4158-9DCC-BA4D8AD6A4BD}" type="pres">
      <dgm:prSet presAssocID="{4403679B-E5AC-41A6-BD47-12D487909597}" presName="horz1" presStyleCnt="0"/>
      <dgm:spPr/>
    </dgm:pt>
    <dgm:pt modelId="{BCB2DED2-E82C-43A6-841E-6BC590C51C9F}" type="pres">
      <dgm:prSet presAssocID="{4403679B-E5AC-41A6-BD47-12D487909597}" presName="tx1" presStyleLbl="revTx" presStyleIdx="1" presStyleCnt="3"/>
      <dgm:spPr/>
    </dgm:pt>
    <dgm:pt modelId="{C3F4CA7E-3BAD-4D96-8DF9-F7AF6424FA74}" type="pres">
      <dgm:prSet presAssocID="{4403679B-E5AC-41A6-BD47-12D487909597}" presName="vert1" presStyleCnt="0"/>
      <dgm:spPr/>
    </dgm:pt>
    <dgm:pt modelId="{07BE38C9-C2B8-414C-9377-4750F3947624}" type="pres">
      <dgm:prSet presAssocID="{F095629F-9671-41D1-8C7C-1B57E254584C}" presName="thickLine" presStyleLbl="alignNode1" presStyleIdx="2" presStyleCnt="3"/>
      <dgm:spPr/>
    </dgm:pt>
    <dgm:pt modelId="{D5A84734-F712-4322-A362-572D2E6B8B63}" type="pres">
      <dgm:prSet presAssocID="{F095629F-9671-41D1-8C7C-1B57E254584C}" presName="horz1" presStyleCnt="0"/>
      <dgm:spPr/>
    </dgm:pt>
    <dgm:pt modelId="{25A90324-DEB8-40AC-9440-593B30C2E52B}" type="pres">
      <dgm:prSet presAssocID="{F095629F-9671-41D1-8C7C-1B57E254584C}" presName="tx1" presStyleLbl="revTx" presStyleIdx="2" presStyleCnt="3"/>
      <dgm:spPr/>
    </dgm:pt>
    <dgm:pt modelId="{CAF81095-77C9-4C45-BDB4-FB3DE3E39BFF}" type="pres">
      <dgm:prSet presAssocID="{F095629F-9671-41D1-8C7C-1B57E254584C}" presName="vert1" presStyleCnt="0"/>
      <dgm:spPr/>
    </dgm:pt>
  </dgm:ptLst>
  <dgm:cxnLst>
    <dgm:cxn modelId="{F5928208-FD0E-4CB3-83DC-2304781CB4BA}" type="presOf" srcId="{0446D552-506D-4177-92FE-AB3E4776D167}" destId="{B856A03B-0D08-4117-91CE-EF794D292EF5}" srcOrd="0" destOrd="0" presId="urn:microsoft.com/office/officeart/2008/layout/LinedList"/>
    <dgm:cxn modelId="{DDDFB50E-6B43-4415-8898-79D9C3306CE6}" type="presOf" srcId="{F095629F-9671-41D1-8C7C-1B57E254584C}" destId="{25A90324-DEB8-40AC-9440-593B30C2E52B}" srcOrd="0" destOrd="0" presId="urn:microsoft.com/office/officeart/2008/layout/LinedList"/>
    <dgm:cxn modelId="{4C366C29-88CA-45E9-B9F2-9F18AA272AD0}" srcId="{C37F3EFE-9AB7-4D83-AF32-94FB58DD80E6}" destId="{0446D552-506D-4177-92FE-AB3E4776D167}" srcOrd="0" destOrd="0" parTransId="{4D1FBDB6-2C51-467D-B0E3-603A4053C448}" sibTransId="{110A6367-6934-43DB-8652-528C313E64A8}"/>
    <dgm:cxn modelId="{219C2175-F2C4-4511-BB72-56C0B130DBD3}" srcId="{C37F3EFE-9AB7-4D83-AF32-94FB58DD80E6}" destId="{F095629F-9671-41D1-8C7C-1B57E254584C}" srcOrd="2" destOrd="0" parTransId="{DFAB81F0-2272-4B1F-93C3-1A232BCBF196}" sibTransId="{3C7A93E9-3671-49F0-84F5-120A69B0AE9E}"/>
    <dgm:cxn modelId="{4BBDB986-7143-4072-BDB1-7B552F96A4B5}" type="presOf" srcId="{C37F3EFE-9AB7-4D83-AF32-94FB58DD80E6}" destId="{AA87B888-2D3F-41D6-9D5D-3D7039B065FC}" srcOrd="0" destOrd="0" presId="urn:microsoft.com/office/officeart/2008/layout/LinedList"/>
    <dgm:cxn modelId="{A5A0ACBD-5228-40A8-9219-E319E42113E6}" srcId="{C37F3EFE-9AB7-4D83-AF32-94FB58DD80E6}" destId="{4403679B-E5AC-41A6-BD47-12D487909597}" srcOrd="1" destOrd="0" parTransId="{BAFC3AAA-F50E-4BA5-BAF5-8ED0600A5AA7}" sibTransId="{DB6AD0C6-CB7D-47D3-B1D6-241C41AE66E4}"/>
    <dgm:cxn modelId="{FC4943BF-254D-40A6-9A93-45431E40E3D7}" type="presOf" srcId="{4403679B-E5AC-41A6-BD47-12D487909597}" destId="{BCB2DED2-E82C-43A6-841E-6BC590C51C9F}" srcOrd="0" destOrd="0" presId="urn:microsoft.com/office/officeart/2008/layout/LinedList"/>
    <dgm:cxn modelId="{C6003982-73EE-4FBC-9FB9-4D136B46A7F4}" type="presParOf" srcId="{AA87B888-2D3F-41D6-9D5D-3D7039B065FC}" destId="{DBD7A1A3-0D3F-4131-9E44-D781C4B9D4E5}" srcOrd="0" destOrd="0" presId="urn:microsoft.com/office/officeart/2008/layout/LinedList"/>
    <dgm:cxn modelId="{1FF9BAC6-3923-4AB8-BB52-30E82C0F5D68}" type="presParOf" srcId="{AA87B888-2D3F-41D6-9D5D-3D7039B065FC}" destId="{CA3B8C51-079C-471C-90CD-1DC3885308D5}" srcOrd="1" destOrd="0" presId="urn:microsoft.com/office/officeart/2008/layout/LinedList"/>
    <dgm:cxn modelId="{1ECEA047-9624-4395-91EF-9E95A5D2611D}" type="presParOf" srcId="{CA3B8C51-079C-471C-90CD-1DC3885308D5}" destId="{B856A03B-0D08-4117-91CE-EF794D292EF5}" srcOrd="0" destOrd="0" presId="urn:microsoft.com/office/officeart/2008/layout/LinedList"/>
    <dgm:cxn modelId="{E9F85572-ABD5-478D-9577-13F6975C5559}" type="presParOf" srcId="{CA3B8C51-079C-471C-90CD-1DC3885308D5}" destId="{944470E0-E56A-4E3F-81C1-1548D91D24F4}" srcOrd="1" destOrd="0" presId="urn:microsoft.com/office/officeart/2008/layout/LinedList"/>
    <dgm:cxn modelId="{7E04B5F6-297A-45E4-A80E-854D7A098C93}" type="presParOf" srcId="{AA87B888-2D3F-41D6-9D5D-3D7039B065FC}" destId="{6E07E78D-9D26-40F2-BD93-40DD20A3C6E6}" srcOrd="2" destOrd="0" presId="urn:microsoft.com/office/officeart/2008/layout/LinedList"/>
    <dgm:cxn modelId="{90481BA0-7973-4644-B6EE-7D5919FAEE48}" type="presParOf" srcId="{AA87B888-2D3F-41D6-9D5D-3D7039B065FC}" destId="{22CF3A0A-044E-4158-9DCC-BA4D8AD6A4BD}" srcOrd="3" destOrd="0" presId="urn:microsoft.com/office/officeart/2008/layout/LinedList"/>
    <dgm:cxn modelId="{2F4018CA-B93B-46D3-A70C-22002D4142B5}" type="presParOf" srcId="{22CF3A0A-044E-4158-9DCC-BA4D8AD6A4BD}" destId="{BCB2DED2-E82C-43A6-841E-6BC590C51C9F}" srcOrd="0" destOrd="0" presId="urn:microsoft.com/office/officeart/2008/layout/LinedList"/>
    <dgm:cxn modelId="{546EFA41-A822-4112-A982-B49C4EA7CF96}" type="presParOf" srcId="{22CF3A0A-044E-4158-9DCC-BA4D8AD6A4BD}" destId="{C3F4CA7E-3BAD-4D96-8DF9-F7AF6424FA74}" srcOrd="1" destOrd="0" presId="urn:microsoft.com/office/officeart/2008/layout/LinedList"/>
    <dgm:cxn modelId="{AAF4BC4A-C12D-4591-B19E-CF9F9BEDB38C}" type="presParOf" srcId="{AA87B888-2D3F-41D6-9D5D-3D7039B065FC}" destId="{07BE38C9-C2B8-414C-9377-4750F3947624}" srcOrd="4" destOrd="0" presId="urn:microsoft.com/office/officeart/2008/layout/LinedList"/>
    <dgm:cxn modelId="{83AC42B2-BE53-4A51-B2D2-A929DE45C260}" type="presParOf" srcId="{AA87B888-2D3F-41D6-9D5D-3D7039B065FC}" destId="{D5A84734-F712-4322-A362-572D2E6B8B63}" srcOrd="5" destOrd="0" presId="urn:microsoft.com/office/officeart/2008/layout/LinedList"/>
    <dgm:cxn modelId="{583D6B4E-D22E-4D86-939B-A24AC99BF0C0}" type="presParOf" srcId="{D5A84734-F712-4322-A362-572D2E6B8B63}" destId="{25A90324-DEB8-40AC-9440-593B30C2E52B}" srcOrd="0" destOrd="0" presId="urn:microsoft.com/office/officeart/2008/layout/LinedList"/>
    <dgm:cxn modelId="{A33778DC-BB71-4599-835B-8DD91C72B30D}" type="presParOf" srcId="{D5A84734-F712-4322-A362-572D2E6B8B63}" destId="{CAF81095-77C9-4C45-BDB4-FB3DE3E39BF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68DBC7-E050-4667-971C-1D0FEBDCA471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23972-F75A-49F3-86E8-A8E348D31F05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 1937, Indian </a:t>
          </a:r>
          <a:r>
            <a:rPr lang="en-US" sz="2900" b="1" u="sng" kern="1200"/>
            <a:t>provincial elections </a:t>
          </a:r>
          <a:r>
            <a:rPr lang="en-US" sz="2900" kern="1200"/>
            <a:t>were held under the provisions of the </a:t>
          </a:r>
          <a:r>
            <a:rPr lang="en-US" sz="2900" b="1" u="sng" kern="1200"/>
            <a:t>Government of India Act of 1935.</a:t>
          </a:r>
          <a:endParaRPr lang="en-US" sz="2900" kern="1200"/>
        </a:p>
      </dsp:txBody>
      <dsp:txXfrm>
        <a:off x="0" y="2124"/>
        <a:ext cx="10515600" cy="1449029"/>
      </dsp:txXfrm>
    </dsp:sp>
    <dsp:sp modelId="{9184C54A-215D-4364-A1D9-9F450001B0BE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86190-548B-45F3-AECB-459EBEBA5057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elections were a watershed moment in Indian history, as they marked the first time that Indians had the right to vote for their own representatives.</a:t>
          </a:r>
        </a:p>
      </dsp:txBody>
      <dsp:txXfrm>
        <a:off x="0" y="1451154"/>
        <a:ext cx="10515600" cy="1449029"/>
      </dsp:txXfrm>
    </dsp:sp>
    <dsp:sp modelId="{396B6AEF-9E37-4086-A714-573D46BA24B6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0461A-D384-4497-B08C-E77FAFC25A3D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elections were contested by a number of political parties, including the </a:t>
          </a:r>
          <a:r>
            <a:rPr lang="en-US" sz="2900" b="1" u="sng" kern="1200"/>
            <a:t>Indian National Congress (INC), the Muslim League, and the Hindu Mahasabha (</a:t>
          </a:r>
          <a:r>
            <a:rPr lang="en-US" sz="2900" kern="1200"/>
            <a:t>Vinayak Damodar Savarkar)</a:t>
          </a:r>
        </a:p>
      </dsp:txBody>
      <dsp:txXfrm>
        <a:off x="0" y="2900183"/>
        <a:ext cx="10515600" cy="1449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A2D85-CF9B-4E2C-809E-0FB5684DC5E8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7C524-6CCE-47FB-BF51-FB61B1E3E85F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1937 Indian provincial elections were held under the provisions of the </a:t>
          </a:r>
          <a:r>
            <a:rPr lang="en-US" sz="2300" b="1" u="sng" kern="1200"/>
            <a:t>Government of India Act of 1935.</a:t>
          </a:r>
          <a:endParaRPr lang="en-US" sz="2300" kern="1200"/>
        </a:p>
      </dsp:txBody>
      <dsp:txXfrm>
        <a:off x="0" y="531"/>
        <a:ext cx="10515600" cy="870055"/>
      </dsp:txXfrm>
    </dsp:sp>
    <dsp:sp modelId="{4592EABE-A88E-4077-B358-408B0AB959CF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D2B3E-D525-4479-A36A-73FBFF0359D9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elections were a watershed moment in Indian history, as they marked the first time that </a:t>
          </a:r>
          <a:r>
            <a:rPr lang="en-US" sz="2300" b="1" u="sng" kern="1200"/>
            <a:t>Indians had the right to vote for their own representatives</a:t>
          </a:r>
          <a:r>
            <a:rPr lang="en-US" sz="2300" kern="1200"/>
            <a:t>.</a:t>
          </a:r>
        </a:p>
      </dsp:txBody>
      <dsp:txXfrm>
        <a:off x="0" y="870586"/>
        <a:ext cx="10515600" cy="870055"/>
      </dsp:txXfrm>
    </dsp:sp>
    <dsp:sp modelId="{F71930BD-4406-469E-A03D-8939406F86F2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E9EE5-C4B8-4B00-AA10-73D2866B5D19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Indian National Congress (INC) won a landslide victory in the elections, </a:t>
          </a:r>
          <a:r>
            <a:rPr lang="en-US" sz="2300" b="1" u="sng" kern="1200"/>
            <a:t>winning 711 out of 1,585 seats.</a:t>
          </a:r>
          <a:endParaRPr lang="en-US" sz="2300" kern="1200"/>
        </a:p>
      </dsp:txBody>
      <dsp:txXfrm>
        <a:off x="0" y="1740641"/>
        <a:ext cx="10515600" cy="870055"/>
      </dsp:txXfrm>
    </dsp:sp>
    <dsp:sp modelId="{5D32C5C2-A4B7-48C9-A580-D6018FDB0BAF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1670B-2148-46CF-9C57-7DE0895E0147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INC formed ministries in </a:t>
          </a:r>
          <a:r>
            <a:rPr lang="en-US" sz="2300" b="1" u="sng" kern="1200"/>
            <a:t>(08) provinces</a:t>
          </a:r>
          <a:r>
            <a:rPr lang="en-US" sz="2300" kern="1200"/>
            <a:t>, including the </a:t>
          </a:r>
          <a:r>
            <a:rPr lang="en-US" sz="2300" b="1" u="sng" kern="1200"/>
            <a:t>United Provinces, Bihar, the Central Provinces, Bombay, Madras, the North-West Frontier Province, and Assam.</a:t>
          </a:r>
          <a:endParaRPr lang="en-US" sz="2300" kern="1200"/>
        </a:p>
      </dsp:txBody>
      <dsp:txXfrm>
        <a:off x="0" y="2610696"/>
        <a:ext cx="10515600" cy="870055"/>
      </dsp:txXfrm>
    </dsp:sp>
    <dsp:sp modelId="{FDF1DD13-7FFB-4750-BCE3-140C5297F4A2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7A389-B7A6-44B5-8491-78128103E6F4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Formed coalition Govt in</a:t>
          </a:r>
          <a:r>
            <a:rPr lang="en-US" sz="2300" b="1" u="sng" kern="1200"/>
            <a:t> 03 Provinces </a:t>
          </a:r>
          <a:endParaRPr lang="en-US" sz="2300" kern="1200"/>
        </a:p>
      </dsp:txBody>
      <dsp:txXfrm>
        <a:off x="0" y="3480751"/>
        <a:ext cx="10515600" cy="8700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BD2874-C223-456D-B3EC-5F12DE443B07}">
      <dsp:nvSpPr>
        <dsp:cNvPr id="0" name=""/>
        <dsp:cNvSpPr/>
      </dsp:nvSpPr>
      <dsp:spPr>
        <a:xfrm>
          <a:off x="0" y="681229"/>
          <a:ext cx="4702848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C5C10E-F83D-490E-93F7-99B32457BD7A}">
      <dsp:nvSpPr>
        <dsp:cNvPr id="0" name=""/>
        <dsp:cNvSpPr/>
      </dsp:nvSpPr>
      <dsp:spPr>
        <a:xfrm>
          <a:off x="235142" y="459829"/>
          <a:ext cx="3291993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430" tIns="0" rIns="12443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u="sng" kern="1200"/>
            <a:t>Increased self-government for India.</a:t>
          </a:r>
          <a:endParaRPr lang="en-US" sz="1500" kern="1200"/>
        </a:p>
      </dsp:txBody>
      <dsp:txXfrm>
        <a:off x="256758" y="481445"/>
        <a:ext cx="3248761" cy="399568"/>
      </dsp:txXfrm>
    </dsp:sp>
    <dsp:sp modelId="{E09FD4B7-58C3-475C-BADD-2451C8737749}">
      <dsp:nvSpPr>
        <dsp:cNvPr id="0" name=""/>
        <dsp:cNvSpPr/>
      </dsp:nvSpPr>
      <dsp:spPr>
        <a:xfrm>
          <a:off x="0" y="1361629"/>
          <a:ext cx="4702848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AE4AB-1CAE-4404-B02B-C4DA0B3515AC}">
      <dsp:nvSpPr>
        <dsp:cNvPr id="0" name=""/>
        <dsp:cNvSpPr/>
      </dsp:nvSpPr>
      <dsp:spPr>
        <a:xfrm>
          <a:off x="235142" y="1140229"/>
          <a:ext cx="3291993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430" tIns="0" rIns="12443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u="sng" kern="1200" dirty="0"/>
            <a:t>Fundamental rights for all Indians.</a:t>
          </a:r>
          <a:endParaRPr lang="en-US" sz="1500" kern="1200" dirty="0"/>
        </a:p>
      </dsp:txBody>
      <dsp:txXfrm>
        <a:off x="256758" y="1161845"/>
        <a:ext cx="3248761" cy="399568"/>
      </dsp:txXfrm>
    </dsp:sp>
    <dsp:sp modelId="{04CD0A50-5BD3-4759-9A0F-57D2B4EA55A7}">
      <dsp:nvSpPr>
        <dsp:cNvPr id="0" name=""/>
        <dsp:cNvSpPr/>
      </dsp:nvSpPr>
      <dsp:spPr>
        <a:xfrm>
          <a:off x="0" y="2042030"/>
          <a:ext cx="4702848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B738A-D8FC-457F-A6D2-34AE0E119915}">
      <dsp:nvSpPr>
        <dsp:cNvPr id="0" name=""/>
        <dsp:cNvSpPr/>
      </dsp:nvSpPr>
      <dsp:spPr>
        <a:xfrm>
          <a:off x="235142" y="1820629"/>
          <a:ext cx="3291993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430" tIns="0" rIns="12443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u="sng" kern="1200"/>
            <a:t>Social and economic reforms.</a:t>
          </a:r>
          <a:endParaRPr lang="en-US" sz="1500" kern="1200"/>
        </a:p>
      </dsp:txBody>
      <dsp:txXfrm>
        <a:off x="256758" y="1842245"/>
        <a:ext cx="3248761" cy="399568"/>
      </dsp:txXfrm>
    </dsp:sp>
    <dsp:sp modelId="{A6FD964C-4B1B-475B-80B8-32D6D63B08BD}">
      <dsp:nvSpPr>
        <dsp:cNvPr id="0" name=""/>
        <dsp:cNvSpPr/>
      </dsp:nvSpPr>
      <dsp:spPr>
        <a:xfrm>
          <a:off x="0" y="2722430"/>
          <a:ext cx="4702848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3F318-4C5B-4CEC-AFC6-8FB4F81056DB}">
      <dsp:nvSpPr>
        <dsp:cNvPr id="0" name=""/>
        <dsp:cNvSpPr/>
      </dsp:nvSpPr>
      <dsp:spPr>
        <a:xfrm>
          <a:off x="235142" y="2501030"/>
          <a:ext cx="3291993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430" tIns="0" rIns="12443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u="sng" kern="1200"/>
            <a:t>Hindu-Muslim unity.</a:t>
          </a:r>
          <a:endParaRPr lang="en-US" sz="1500" kern="1200"/>
        </a:p>
      </dsp:txBody>
      <dsp:txXfrm>
        <a:off x="256758" y="2522646"/>
        <a:ext cx="3248761" cy="399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CBF6A-B978-4798-B5D3-7D91D6468794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46EA0-B4FC-4EA4-84A0-D5B01663B4DA}">
      <dsp:nvSpPr>
        <dsp:cNvPr id="0" name=""/>
        <dsp:cNvSpPr/>
      </dsp:nvSpPr>
      <dsp:spPr>
        <a:xfrm>
          <a:off x="0" y="2703"/>
          <a:ext cx="138010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Joint Electoral Vs. Separate Electoral </a:t>
          </a:r>
          <a:endParaRPr lang="en-US" sz="1900" kern="1200"/>
        </a:p>
      </dsp:txBody>
      <dsp:txXfrm>
        <a:off x="0" y="2703"/>
        <a:ext cx="1380102" cy="1843578"/>
      </dsp:txXfrm>
    </dsp:sp>
    <dsp:sp modelId="{BE99E220-93FC-4965-B392-DCFD0E775310}">
      <dsp:nvSpPr>
        <dsp:cNvPr id="0" name=""/>
        <dsp:cNvSpPr/>
      </dsp:nvSpPr>
      <dsp:spPr>
        <a:xfrm>
          <a:off x="1483610" y="31509"/>
          <a:ext cx="5416901" cy="57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Separate electorates were </a:t>
          </a:r>
          <a:r>
            <a:rPr lang="en-US" sz="1100" b="1" u="sng" kern="1200"/>
            <a:t>reserved for specific religious or social groups</a:t>
          </a:r>
          <a:r>
            <a:rPr lang="en-US" sz="1100" kern="1200"/>
            <a:t>, such as Muslims, Sikhs, and Scheduled Castes to ensure that these groups had </a:t>
          </a:r>
          <a:r>
            <a:rPr lang="en-US" sz="1100" b="1" u="sng" kern="1200"/>
            <a:t>a fair representation in the legislature</a:t>
          </a:r>
          <a:endParaRPr lang="en-US" sz="1100" kern="1200"/>
        </a:p>
      </dsp:txBody>
      <dsp:txXfrm>
        <a:off x="1483610" y="31509"/>
        <a:ext cx="5416901" cy="576118"/>
      </dsp:txXfrm>
    </dsp:sp>
    <dsp:sp modelId="{38E1FDD7-0E2C-4379-80EE-B12F67339EEE}">
      <dsp:nvSpPr>
        <dsp:cNvPr id="0" name=""/>
        <dsp:cNvSpPr/>
      </dsp:nvSpPr>
      <dsp:spPr>
        <a:xfrm>
          <a:off x="1380102" y="607627"/>
          <a:ext cx="5520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478A4-29C7-4492-93DE-E234B9E5FFC7}">
      <dsp:nvSpPr>
        <dsp:cNvPr id="0" name=""/>
        <dsp:cNvSpPr/>
      </dsp:nvSpPr>
      <dsp:spPr>
        <a:xfrm>
          <a:off x="1483610" y="636433"/>
          <a:ext cx="5416901" cy="57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Joint electorates were </a:t>
          </a:r>
          <a:r>
            <a:rPr lang="en-US" sz="1100" b="1" u="sng" kern="1200"/>
            <a:t>open to all voters, regardless of their religion or social group.</a:t>
          </a:r>
          <a:r>
            <a:rPr lang="en-US" sz="1100" kern="1200"/>
            <a:t> </a:t>
          </a:r>
        </a:p>
      </dsp:txBody>
      <dsp:txXfrm>
        <a:off x="1483610" y="636433"/>
        <a:ext cx="5416901" cy="576118"/>
      </dsp:txXfrm>
    </dsp:sp>
    <dsp:sp modelId="{A615CC93-A8DC-4F42-825C-DD263E6A27B8}">
      <dsp:nvSpPr>
        <dsp:cNvPr id="0" name=""/>
        <dsp:cNvSpPr/>
      </dsp:nvSpPr>
      <dsp:spPr>
        <a:xfrm>
          <a:off x="1380102" y="1212551"/>
          <a:ext cx="5520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2AE5C-2BEB-4C1F-8788-547A7CB78BD7}">
      <dsp:nvSpPr>
        <dsp:cNvPr id="0" name=""/>
        <dsp:cNvSpPr/>
      </dsp:nvSpPr>
      <dsp:spPr>
        <a:xfrm>
          <a:off x="1483610" y="1241357"/>
          <a:ext cx="5416901" cy="57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This system was seen as more democratic, but majority could dominate the minority communities.</a:t>
          </a:r>
        </a:p>
      </dsp:txBody>
      <dsp:txXfrm>
        <a:off x="1483610" y="1241357"/>
        <a:ext cx="5416901" cy="576118"/>
      </dsp:txXfrm>
    </dsp:sp>
    <dsp:sp modelId="{93E79865-00AB-4C8A-99E2-806B8498E801}">
      <dsp:nvSpPr>
        <dsp:cNvPr id="0" name=""/>
        <dsp:cNvSpPr/>
      </dsp:nvSpPr>
      <dsp:spPr>
        <a:xfrm>
          <a:off x="1380102" y="1817475"/>
          <a:ext cx="5520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0FF7A2-3F8F-41FA-A05D-E39F7465B300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A37E2-45FF-4F5E-BDAB-EE360C5EA79E}">
      <dsp:nvSpPr>
        <dsp:cNvPr id="0" name=""/>
        <dsp:cNvSpPr/>
      </dsp:nvSpPr>
      <dsp:spPr>
        <a:xfrm>
          <a:off x="0" y="1846281"/>
          <a:ext cx="138010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Hindi vs Urdu</a:t>
          </a:r>
          <a:endParaRPr lang="en-US" sz="1900" kern="1200"/>
        </a:p>
      </dsp:txBody>
      <dsp:txXfrm>
        <a:off x="0" y="1846281"/>
        <a:ext cx="1380102" cy="1843578"/>
      </dsp:txXfrm>
    </dsp:sp>
    <dsp:sp modelId="{DED9C42A-AD49-4D55-B672-897E694A362F}">
      <dsp:nvSpPr>
        <dsp:cNvPr id="0" name=""/>
        <dsp:cNvSpPr/>
      </dsp:nvSpPr>
      <dsp:spPr>
        <a:xfrm>
          <a:off x="1483610" y="1889130"/>
          <a:ext cx="5416901" cy="856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INC was influenced by Hindu nationalist movement: </a:t>
          </a:r>
          <a:r>
            <a:rPr lang="en-US" sz="1100" b="1" u="sng" kern="1200"/>
            <a:t>Hindi as the language of Hindu culture &amp; identity.</a:t>
          </a:r>
          <a:endParaRPr lang="en-US" sz="1100" kern="1200"/>
        </a:p>
      </dsp:txBody>
      <dsp:txXfrm>
        <a:off x="1483610" y="1889130"/>
        <a:ext cx="5416901" cy="856975"/>
      </dsp:txXfrm>
    </dsp:sp>
    <dsp:sp modelId="{84467C5B-090C-401A-A285-017131C53356}">
      <dsp:nvSpPr>
        <dsp:cNvPr id="0" name=""/>
        <dsp:cNvSpPr/>
      </dsp:nvSpPr>
      <dsp:spPr>
        <a:xfrm>
          <a:off x="1380102" y="2746105"/>
          <a:ext cx="5520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12B161-5BC5-4D13-9696-91ED8321B763}">
      <dsp:nvSpPr>
        <dsp:cNvPr id="0" name=""/>
        <dsp:cNvSpPr/>
      </dsp:nvSpPr>
      <dsp:spPr>
        <a:xfrm>
          <a:off x="1483610" y="2788954"/>
          <a:ext cx="5416901" cy="856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INC's decision to </a:t>
          </a:r>
          <a:r>
            <a:rPr lang="en-US" sz="1100" b="1" u="sng" kern="1200"/>
            <a:t>promote Hindi over Urdu </a:t>
          </a:r>
          <a:r>
            <a:rPr lang="en-US" sz="1100" kern="1200"/>
            <a:t>was a Hinduizing attempt. </a:t>
          </a:r>
        </a:p>
      </dsp:txBody>
      <dsp:txXfrm>
        <a:off x="1483610" y="2788954"/>
        <a:ext cx="5416901" cy="856975"/>
      </dsp:txXfrm>
    </dsp:sp>
    <dsp:sp modelId="{FE75CA04-A7F5-4245-8CE9-38BEDFC22082}">
      <dsp:nvSpPr>
        <dsp:cNvPr id="0" name=""/>
        <dsp:cNvSpPr/>
      </dsp:nvSpPr>
      <dsp:spPr>
        <a:xfrm>
          <a:off x="1380102" y="3645930"/>
          <a:ext cx="5520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1E105B-44D9-4796-8C56-5FBC11032EFC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EC377B-780A-4512-AD42-4C8DC74F48E5}">
      <dsp:nvSpPr>
        <dsp:cNvPr id="0" name=""/>
        <dsp:cNvSpPr/>
      </dsp:nvSpPr>
      <dsp:spPr>
        <a:xfrm>
          <a:off x="0" y="3689859"/>
          <a:ext cx="138010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Wardha Educational Scheme</a:t>
          </a:r>
          <a:endParaRPr lang="en-US" sz="1900" kern="1200"/>
        </a:p>
      </dsp:txBody>
      <dsp:txXfrm>
        <a:off x="0" y="3689859"/>
        <a:ext cx="1380102" cy="1843578"/>
      </dsp:txXfrm>
    </dsp:sp>
    <dsp:sp modelId="{0354E673-75D4-40E1-A68F-EC65CF5AA5BA}">
      <dsp:nvSpPr>
        <dsp:cNvPr id="0" name=""/>
        <dsp:cNvSpPr/>
      </dsp:nvSpPr>
      <dsp:spPr>
        <a:xfrm>
          <a:off x="1483610" y="3711531"/>
          <a:ext cx="5416901" cy="433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u="sng" kern="1200"/>
            <a:t>A set of educational guidelines</a:t>
          </a:r>
          <a:r>
            <a:rPr lang="en-US" sz="1100" kern="1200"/>
            <a:t> developed by INC in 1937 based on the </a:t>
          </a:r>
          <a:r>
            <a:rPr lang="en-US" sz="1100" b="1" u="sng" kern="1200"/>
            <a:t>principles of Gandhian education (</a:t>
          </a:r>
          <a:r>
            <a:rPr lang="en-US" sz="1100" kern="1200"/>
            <a:t>vocational training, and character building).</a:t>
          </a:r>
        </a:p>
      </dsp:txBody>
      <dsp:txXfrm>
        <a:off x="1483610" y="3711531"/>
        <a:ext cx="5416901" cy="433438"/>
      </dsp:txXfrm>
    </dsp:sp>
    <dsp:sp modelId="{5DD2FD25-28C6-40F2-8E2D-C0E0C134DB85}">
      <dsp:nvSpPr>
        <dsp:cNvPr id="0" name=""/>
        <dsp:cNvSpPr/>
      </dsp:nvSpPr>
      <dsp:spPr>
        <a:xfrm>
          <a:off x="1380102" y="4144970"/>
          <a:ext cx="5520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230B8-AED2-455D-A909-1F7494549A98}">
      <dsp:nvSpPr>
        <dsp:cNvPr id="0" name=""/>
        <dsp:cNvSpPr/>
      </dsp:nvSpPr>
      <dsp:spPr>
        <a:xfrm>
          <a:off x="1483610" y="4166642"/>
          <a:ext cx="5416901" cy="433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scheme was based on the </a:t>
          </a:r>
          <a:r>
            <a:rPr lang="en-US" sz="1100" b="1" u="sng" kern="1200"/>
            <a:t>Hinduization of education</a:t>
          </a:r>
          <a:r>
            <a:rPr lang="en-US" sz="1100" kern="1200"/>
            <a:t> in India because it emphasized the study of Hindi language</a:t>
          </a:r>
        </a:p>
      </dsp:txBody>
      <dsp:txXfrm>
        <a:off x="1483610" y="4166642"/>
        <a:ext cx="5416901" cy="433438"/>
      </dsp:txXfrm>
    </dsp:sp>
    <dsp:sp modelId="{C9430435-6459-4E3F-BF18-73F4CE0C6105}">
      <dsp:nvSpPr>
        <dsp:cNvPr id="0" name=""/>
        <dsp:cNvSpPr/>
      </dsp:nvSpPr>
      <dsp:spPr>
        <a:xfrm>
          <a:off x="1380102" y="4600081"/>
          <a:ext cx="5520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9AA02-2AE1-495C-8014-882B84109F70}">
      <dsp:nvSpPr>
        <dsp:cNvPr id="0" name=""/>
        <dsp:cNvSpPr/>
      </dsp:nvSpPr>
      <dsp:spPr>
        <a:xfrm>
          <a:off x="1483610" y="4621753"/>
          <a:ext cx="5416901" cy="433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scheme did not adequately address the needs of Muslim students, such as the need for religious instruction.</a:t>
          </a:r>
        </a:p>
      </dsp:txBody>
      <dsp:txXfrm>
        <a:off x="1483610" y="4621753"/>
        <a:ext cx="5416901" cy="433438"/>
      </dsp:txXfrm>
    </dsp:sp>
    <dsp:sp modelId="{4921663C-6DD5-46F7-A5E8-53F1C86D1217}">
      <dsp:nvSpPr>
        <dsp:cNvPr id="0" name=""/>
        <dsp:cNvSpPr/>
      </dsp:nvSpPr>
      <dsp:spPr>
        <a:xfrm>
          <a:off x="1380102" y="5055192"/>
          <a:ext cx="5520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61E05-11BC-46F5-90E1-1C5626704B75}">
      <dsp:nvSpPr>
        <dsp:cNvPr id="0" name=""/>
        <dsp:cNvSpPr/>
      </dsp:nvSpPr>
      <dsp:spPr>
        <a:xfrm>
          <a:off x="1483610" y="5076864"/>
          <a:ext cx="5416901" cy="433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scheme framed to promote Hindu values and interests.</a:t>
          </a:r>
        </a:p>
      </dsp:txBody>
      <dsp:txXfrm>
        <a:off x="1483610" y="5076864"/>
        <a:ext cx="5416901" cy="433438"/>
      </dsp:txXfrm>
    </dsp:sp>
    <dsp:sp modelId="{E6EB0C14-9958-41D9-8866-861E01CD9084}">
      <dsp:nvSpPr>
        <dsp:cNvPr id="0" name=""/>
        <dsp:cNvSpPr/>
      </dsp:nvSpPr>
      <dsp:spPr>
        <a:xfrm>
          <a:off x="1380102" y="5510303"/>
          <a:ext cx="5520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166C31-2325-4F15-BC62-64B8432EBD74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6ECA7-BD47-4BB8-815F-20D5C14C3BF3}">
      <dsp:nvSpPr>
        <dsp:cNvPr id="0" name=""/>
        <dsp:cNvSpPr/>
      </dsp:nvSpPr>
      <dsp:spPr>
        <a:xfrm>
          <a:off x="0" y="0"/>
          <a:ext cx="138010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Hoisting Tiranga (Flag)</a:t>
          </a:r>
          <a:endParaRPr lang="en-US" sz="2500" kern="1200"/>
        </a:p>
      </dsp:txBody>
      <dsp:txXfrm>
        <a:off x="0" y="0"/>
        <a:ext cx="1380102" cy="2768070"/>
      </dsp:txXfrm>
    </dsp:sp>
    <dsp:sp modelId="{72951573-9AB7-408F-8486-24B715F3A3B0}">
      <dsp:nvSpPr>
        <dsp:cNvPr id="0" name=""/>
        <dsp:cNvSpPr/>
      </dsp:nvSpPr>
      <dsp:spPr>
        <a:xfrm>
          <a:off x="1483610" y="64336"/>
          <a:ext cx="5416901" cy="1286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Three colored flag: </a:t>
          </a:r>
          <a:r>
            <a:rPr lang="en-US" sz="1200" b="1" u="sng" kern="1200"/>
            <a:t>Green (Representing Muslims) Saffron (Hindus)</a:t>
          </a:r>
          <a:r>
            <a:rPr lang="en-US" sz="1200" kern="1200"/>
            <a:t> </a:t>
          </a:r>
          <a:r>
            <a:rPr lang="en-US" sz="1200" b="1" u="sng" kern="1200"/>
            <a:t>White (Neutral for Peace &amp; Harmony).</a:t>
          </a:r>
          <a:endParaRPr lang="en-US" sz="1200" kern="1200"/>
        </a:p>
      </dsp:txBody>
      <dsp:txXfrm>
        <a:off x="1483610" y="64336"/>
        <a:ext cx="5416901" cy="1286720"/>
      </dsp:txXfrm>
    </dsp:sp>
    <dsp:sp modelId="{1F95F832-E1A5-476D-9C24-60338940D0AA}">
      <dsp:nvSpPr>
        <dsp:cNvPr id="0" name=""/>
        <dsp:cNvSpPr/>
      </dsp:nvSpPr>
      <dsp:spPr>
        <a:xfrm>
          <a:off x="1380102" y="1351056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72B746-F305-4A54-ADBB-A088274AA925}">
      <dsp:nvSpPr>
        <dsp:cNvPr id="0" name=""/>
        <dsp:cNvSpPr/>
      </dsp:nvSpPr>
      <dsp:spPr>
        <a:xfrm>
          <a:off x="1483610" y="1415392"/>
          <a:ext cx="5416901" cy="1286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 sign of Red Crescent associated with Islam. </a:t>
          </a:r>
        </a:p>
      </dsp:txBody>
      <dsp:txXfrm>
        <a:off x="1483610" y="1415392"/>
        <a:ext cx="5416901" cy="1286720"/>
      </dsp:txXfrm>
    </dsp:sp>
    <dsp:sp modelId="{EC99ACBC-671D-4AD2-ACFB-0E32D8252612}">
      <dsp:nvSpPr>
        <dsp:cNvPr id="0" name=""/>
        <dsp:cNvSpPr/>
      </dsp:nvSpPr>
      <dsp:spPr>
        <a:xfrm>
          <a:off x="1380102" y="2702112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05057-3BFF-4AC1-96AF-711FE8D92268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3CC57-93CC-478C-B84C-9C5C966B225E}">
      <dsp:nvSpPr>
        <dsp:cNvPr id="0" name=""/>
        <dsp:cNvSpPr/>
      </dsp:nvSpPr>
      <dsp:spPr>
        <a:xfrm>
          <a:off x="0" y="2768070"/>
          <a:ext cx="138010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Vande Mataram </a:t>
          </a:r>
        </a:p>
      </dsp:txBody>
      <dsp:txXfrm>
        <a:off x="0" y="2768070"/>
        <a:ext cx="1380102" cy="2768070"/>
      </dsp:txXfrm>
    </dsp:sp>
    <dsp:sp modelId="{89CFC746-4C45-4A59-B04B-63669198766B}">
      <dsp:nvSpPr>
        <dsp:cNvPr id="0" name=""/>
        <dsp:cNvSpPr/>
      </dsp:nvSpPr>
      <dsp:spPr>
        <a:xfrm>
          <a:off x="1483610" y="2789865"/>
          <a:ext cx="5416901" cy="435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It was adopted as a </a:t>
          </a:r>
          <a:r>
            <a:rPr lang="en-US" sz="1200" b="1" u="sng" kern="1200"/>
            <a:t>National Song &amp; Anthem</a:t>
          </a:r>
          <a:r>
            <a:rPr lang="en-US" sz="1200" kern="1200"/>
            <a:t> of India. </a:t>
          </a:r>
        </a:p>
      </dsp:txBody>
      <dsp:txXfrm>
        <a:off x="1483610" y="2789865"/>
        <a:ext cx="5416901" cy="435890"/>
      </dsp:txXfrm>
    </dsp:sp>
    <dsp:sp modelId="{DF26271B-75BE-4D30-A59E-1B8D3F9534DC}">
      <dsp:nvSpPr>
        <dsp:cNvPr id="0" name=""/>
        <dsp:cNvSpPr/>
      </dsp:nvSpPr>
      <dsp:spPr>
        <a:xfrm>
          <a:off x="1380102" y="3225755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73A24-50AD-4D97-BAEE-728DC1D6B009}">
      <dsp:nvSpPr>
        <dsp:cNvPr id="0" name=""/>
        <dsp:cNvSpPr/>
      </dsp:nvSpPr>
      <dsp:spPr>
        <a:xfrm>
          <a:off x="1483610" y="3247549"/>
          <a:ext cx="5416901" cy="435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It is written in </a:t>
          </a:r>
          <a:r>
            <a:rPr lang="en-US" sz="1200" b="1" u="sng" kern="1200"/>
            <a:t>Bankim Chandra Chatterjee in </a:t>
          </a:r>
          <a:r>
            <a:rPr lang="en-US" sz="1200" kern="1200"/>
            <a:t>Anandamath (1882)</a:t>
          </a:r>
        </a:p>
      </dsp:txBody>
      <dsp:txXfrm>
        <a:off x="1483610" y="3247549"/>
        <a:ext cx="5416901" cy="435890"/>
      </dsp:txXfrm>
    </dsp:sp>
    <dsp:sp modelId="{A859697C-3598-4152-B029-806EEE359676}">
      <dsp:nvSpPr>
        <dsp:cNvPr id="0" name=""/>
        <dsp:cNvSpPr/>
      </dsp:nvSpPr>
      <dsp:spPr>
        <a:xfrm>
          <a:off x="1380102" y="3683439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681325-CAB8-4B93-93FB-5C4000A9FC75}">
      <dsp:nvSpPr>
        <dsp:cNvPr id="0" name=""/>
        <dsp:cNvSpPr/>
      </dsp:nvSpPr>
      <dsp:spPr>
        <a:xfrm>
          <a:off x="1483610" y="3705234"/>
          <a:ext cx="5416901" cy="435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INC was trying to impose a </a:t>
          </a:r>
          <a:r>
            <a:rPr lang="en-US" sz="1200" b="1" u="sng" kern="1200"/>
            <a:t>Hindu agenda on India.</a:t>
          </a:r>
          <a:endParaRPr lang="en-US" sz="1200" kern="1200"/>
        </a:p>
      </dsp:txBody>
      <dsp:txXfrm>
        <a:off x="1483610" y="3705234"/>
        <a:ext cx="5416901" cy="435890"/>
      </dsp:txXfrm>
    </dsp:sp>
    <dsp:sp modelId="{93ECCC6A-9506-402B-B965-33115142204C}">
      <dsp:nvSpPr>
        <dsp:cNvPr id="0" name=""/>
        <dsp:cNvSpPr/>
      </dsp:nvSpPr>
      <dsp:spPr>
        <a:xfrm>
          <a:off x="1380102" y="4141124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FD8C1-76F1-4D0A-A45F-08FB1692564E}">
      <dsp:nvSpPr>
        <dsp:cNvPr id="0" name=""/>
        <dsp:cNvSpPr/>
      </dsp:nvSpPr>
      <dsp:spPr>
        <a:xfrm>
          <a:off x="1483610" y="4162918"/>
          <a:ext cx="5416901" cy="435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song refers to </a:t>
          </a:r>
          <a:r>
            <a:rPr lang="en-US" sz="1200" b="1" u="sng" kern="1200"/>
            <a:t>India as "mother",</a:t>
          </a:r>
          <a:r>
            <a:rPr lang="en-US" sz="1200" kern="1200"/>
            <a:t> which is a term that is used for the </a:t>
          </a:r>
          <a:r>
            <a:rPr lang="en-US" sz="1200" b="1" u="sng" kern="1200"/>
            <a:t>goddess Durga in Hinduism.</a:t>
          </a:r>
          <a:endParaRPr lang="en-US" sz="1200" kern="1200"/>
        </a:p>
      </dsp:txBody>
      <dsp:txXfrm>
        <a:off x="1483610" y="4162918"/>
        <a:ext cx="5416901" cy="435890"/>
      </dsp:txXfrm>
    </dsp:sp>
    <dsp:sp modelId="{69361B79-0E89-4285-95EB-AE4B7E063348}">
      <dsp:nvSpPr>
        <dsp:cNvPr id="0" name=""/>
        <dsp:cNvSpPr/>
      </dsp:nvSpPr>
      <dsp:spPr>
        <a:xfrm>
          <a:off x="1380102" y="4598808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FF7CF-2AC4-4803-8889-D5B84CF583C3}">
      <dsp:nvSpPr>
        <dsp:cNvPr id="0" name=""/>
        <dsp:cNvSpPr/>
      </dsp:nvSpPr>
      <dsp:spPr>
        <a:xfrm>
          <a:off x="1483610" y="4620603"/>
          <a:ext cx="5416901" cy="435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song mentions the </a:t>
          </a:r>
          <a:r>
            <a:rPr lang="en-US" sz="1200" b="1" u="sng" kern="1200"/>
            <a:t>Ganges River</a:t>
          </a:r>
          <a:r>
            <a:rPr lang="en-US" sz="1200" kern="1200"/>
            <a:t>, which is sacred to Hindus.</a:t>
          </a:r>
        </a:p>
      </dsp:txBody>
      <dsp:txXfrm>
        <a:off x="1483610" y="4620603"/>
        <a:ext cx="5416901" cy="435890"/>
      </dsp:txXfrm>
    </dsp:sp>
    <dsp:sp modelId="{09B169F6-DE90-46FB-89C7-0C95FF87A228}">
      <dsp:nvSpPr>
        <dsp:cNvPr id="0" name=""/>
        <dsp:cNvSpPr/>
      </dsp:nvSpPr>
      <dsp:spPr>
        <a:xfrm>
          <a:off x="1380102" y="5056493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0E7770-9625-4443-B2A8-CAC8493C4FBC}">
      <dsp:nvSpPr>
        <dsp:cNvPr id="0" name=""/>
        <dsp:cNvSpPr/>
      </dsp:nvSpPr>
      <dsp:spPr>
        <a:xfrm>
          <a:off x="1483610" y="5078287"/>
          <a:ext cx="5416901" cy="435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song calls on Indians to </a:t>
          </a:r>
          <a:r>
            <a:rPr lang="en-US" sz="1200" b="1" u="sng" kern="1200"/>
            <a:t>"arise" and "shake off the dust",</a:t>
          </a:r>
          <a:r>
            <a:rPr lang="en-US" sz="1200" kern="1200"/>
            <a:t> which was seen as a call to violence against Muslims.</a:t>
          </a:r>
        </a:p>
      </dsp:txBody>
      <dsp:txXfrm>
        <a:off x="1483610" y="5078287"/>
        <a:ext cx="5416901" cy="435890"/>
      </dsp:txXfrm>
    </dsp:sp>
    <dsp:sp modelId="{3C264D30-7DB8-4243-9F91-C007952706B5}">
      <dsp:nvSpPr>
        <dsp:cNvPr id="0" name=""/>
        <dsp:cNvSpPr/>
      </dsp:nvSpPr>
      <dsp:spPr>
        <a:xfrm>
          <a:off x="1380102" y="5514177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7A1A3-0D3F-4131-9E44-D781C4B9D4E5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6A03B-0D08-4117-91CE-EF794D292EF5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1937 elections were a major turning point in Indian history.</a:t>
          </a:r>
        </a:p>
      </dsp:txBody>
      <dsp:txXfrm>
        <a:off x="0" y="2703"/>
        <a:ext cx="6900512" cy="1843578"/>
      </dsp:txXfrm>
    </dsp:sp>
    <dsp:sp modelId="{6E07E78D-9D26-40F2-BD93-40DD20A3C6E6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2DED2-E82C-43A6-841E-6BC590C51C9F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They demonstrated the growing popularity of the INC and its commitment to self-government for India.</a:t>
          </a:r>
        </a:p>
      </dsp:txBody>
      <dsp:txXfrm>
        <a:off x="0" y="1846281"/>
        <a:ext cx="6900512" cy="1843578"/>
      </dsp:txXfrm>
    </dsp:sp>
    <dsp:sp modelId="{07BE38C9-C2B8-414C-9377-4750F3947624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90324-DEB8-40AC-9440-593B30C2E52B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elections also led to the hardening of communal positions, as the Muslim League became increasingly vocal in its demand for a separate Muslim state.</a:t>
          </a:r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C344-14A4-4300-B786-B62CFFA27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8469B-D703-4686-87DB-2D14E407E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3298F-196F-424D-88DD-F6F497783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C7814-4D79-4C3E-83C2-BB41163D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94CFD-CB2B-4D36-A271-7C55BDE2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6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291D-489F-4E98-8047-135965F81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C4628-3448-486D-81C3-FAD8F904A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AAFF7-968A-4735-9370-C6D627AB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26279-8881-4506-8BE8-1EE661D9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7558A-8108-4D09-914F-1DE9ACEA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0D37-4C93-467D-A34F-69E29B7BE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A90C7-5FFE-4F7E-829D-8C4290B5A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F104C-8A13-4B01-B364-EF760E13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9029C-AD06-4830-80DF-5B8B8DED0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F4C6F-3C6E-481F-8F1D-4346D428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5C32-1E2E-4504-9EDB-BCF258247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94D80-5839-472D-A2DE-B6492BE78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9191D-25B2-491B-9B4D-77B905F0E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0FEDF-A503-45F4-81BA-82AFD0D4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B87FB-D8E0-4311-809C-E24D319C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B93C0-99A4-4930-8565-0E606036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3691-13FE-48F1-8DD9-E66DA3617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FDF63-0282-47CA-BFD0-30BF36064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B6C7B-A92B-436D-9BDD-26BFD7FF3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24B80-5A4D-41C3-A291-B40911568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2C90F-10BF-4FDF-93E5-D959D1E9C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39476-20BC-4843-8B50-CF3050FD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29015-8457-49F6-A274-C0D4050E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25AE7-D034-455F-A1D6-C074D78E0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04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F20A-B29C-490F-A5D3-6E6A51353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5F93B-AAE0-46C6-8802-097DD96C2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90C8B-BC5B-4CD4-A7ED-D40A1399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03DE0-AF35-4728-9E77-4A4A604F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41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CE39D2-1F8B-47BB-9D36-7D67B362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226931-4BD8-41AC-8524-813EECA7F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1E384-90D6-4372-87F1-6373CAA3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2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14501-F2C5-47CC-83FE-D6ADD11F3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63E6C-3F95-42D6-AFF7-9749091D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6E825-F404-4E6B-8688-B6996134C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50393-BB29-47CA-9D2C-53A55D1C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00BFA-C8C6-4D23-9D7F-C9A96369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8215D-E002-49E2-A754-0E247A11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5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90CF-1C14-411F-970E-509F58C0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6C8286-23A2-4942-8DFB-45C3A7062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44145-55E8-4970-8F25-BB2C57564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3D407-D02C-486B-8AB4-A61C5021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2E483-4D08-41E5-A0A3-CB39091C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CA4EE-FC9F-4266-BE3B-BFCCC2A0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8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F1E2-B272-4694-A122-878287AB8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8DE88-F759-4418-86EA-AEF518805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B1BD-6D12-4064-AB4C-4AD6AE56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4C519-86A6-48EA-9DA8-5E99AD294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D5697-D579-404B-AD0A-AA67E356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7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82F10-7059-44E5-A1DF-A23A59869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EC3EA-E4FC-4F6B-8ADC-79ED756CE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B47BD-0DFF-44BD-B2A1-193C73C10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EF9C3-723A-4F99-ABCB-1489E8019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6DBF-35B1-4FAB-B911-90A62FC4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4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69E03-39B7-44A4-A284-EAF90161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F4435-B7A4-4416-A03F-BE774C077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3E1DB-ABF7-4CD1-85F6-BDD2CA918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1C02-61B7-4E9B-8DD9-B235F2D129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B682F-8868-47F0-A898-C1EBC61A3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9DFC7-D2DD-4FE0-9249-9DEC88F06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8F435-6A7B-4C52-B2C9-223ACACF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68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98DC4-FAAB-4DF0-A271-8101F6F46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>
                <a:latin typeface="Book Antiqua" panose="02040602050305030304" pitchFamily="18" charset="0"/>
              </a:rPr>
              <a:t>Elections of 1937 and the Role of Congress Ministry</a:t>
            </a:r>
            <a:br>
              <a:rPr lang="en-US" sz="6600" b="1">
                <a:latin typeface="Book Antiqua" panose="02040602050305030304" pitchFamily="18" charset="0"/>
              </a:rPr>
            </a:br>
            <a:endParaRPr lang="en-US" sz="6600" b="1">
              <a:latin typeface="Book Antiqua" panose="020406020503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3D1B4-8724-40EA-89E0-062D28E4A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Book Antiqua" panose="02040602050305030304" pitchFamily="18" charset="0"/>
              </a:rPr>
              <a:t>Course Instructor: Habib Ali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66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3ACD-A0AA-4045-96CD-A8C321F09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36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Introduction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168760-AC8A-4658-4AE1-014492656B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2701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B6D6D-0FE0-4BE2-941A-398F9EC6B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Elections of 1937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8E107E-16B5-4906-4733-998FB5B700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181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673B0-9E89-4B04-B8BE-8AA9516FA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6" y="1188637"/>
            <a:ext cx="3255085" cy="4480726"/>
          </a:xfrm>
        </p:spPr>
        <p:txBody>
          <a:bodyPr>
            <a:normAutofit/>
          </a:bodyPr>
          <a:lstStyle/>
          <a:p>
            <a:r>
              <a:rPr lang="en-US" sz="4100" b="1" dirty="0">
                <a:latin typeface="Book Antiqua" panose="02040602050305030304" pitchFamily="18" charset="0"/>
              </a:rPr>
              <a:t>Election Manifesto</a:t>
            </a:r>
            <a:br>
              <a:rPr lang="en-US" sz="4100" b="1" dirty="0">
                <a:latin typeface="Book Antiqua" panose="02040602050305030304" pitchFamily="18" charset="0"/>
              </a:rPr>
            </a:br>
            <a:endParaRPr lang="en-US" sz="41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650528B-8EDF-4888-FCF3-506690AFBA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55260" y="1648870"/>
          <a:ext cx="4702848" cy="3560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9257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F4D04-3675-4385-9AC1-D8646C6B7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b="1">
                <a:latin typeface="Book Antiqua" panose="02040602050305030304" pitchFamily="18" charset="0"/>
              </a:rPr>
              <a:t>Role of Congress Ministries</a:t>
            </a:r>
            <a:br>
              <a:rPr lang="en-US" sz="5400" b="1">
                <a:latin typeface="Book Antiqua" panose="02040602050305030304" pitchFamily="18" charset="0"/>
              </a:rPr>
            </a:br>
            <a:endParaRPr lang="en-US" sz="5400" b="1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B1E08-2FBC-49F2-A71B-947A8EA02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>
                <a:latin typeface="Book Antiqua" panose="02040602050305030304" pitchFamily="18" charset="0"/>
              </a:rPr>
              <a:t>The Congress ministries took office in 1937 and implemented a number of reforms, including:</a:t>
            </a:r>
          </a:p>
          <a:p>
            <a:pPr lvl="1"/>
            <a:r>
              <a:rPr lang="en-US" sz="2200" b="1" u="sng">
                <a:latin typeface="Book Antiqua" panose="02040602050305030304" pitchFamily="18" charset="0"/>
              </a:rPr>
              <a:t>Abolishing untouchability</a:t>
            </a:r>
          </a:p>
          <a:p>
            <a:pPr lvl="1"/>
            <a:r>
              <a:rPr lang="en-US" sz="2200" b="1" u="sng">
                <a:latin typeface="Book Antiqua" panose="02040602050305030304" pitchFamily="18" charset="0"/>
              </a:rPr>
              <a:t>Introducing free and compulsory education</a:t>
            </a:r>
          </a:p>
          <a:p>
            <a:pPr lvl="1"/>
            <a:r>
              <a:rPr lang="en-US" sz="2200" b="1" u="sng">
                <a:latin typeface="Book Antiqua" panose="02040602050305030304" pitchFamily="18" charset="0"/>
              </a:rPr>
              <a:t>Expanding healthcare facilities</a:t>
            </a:r>
          </a:p>
          <a:p>
            <a:pPr lvl="1"/>
            <a:r>
              <a:rPr lang="en-US" sz="2200" b="1" u="sng">
                <a:latin typeface="Book Antiqua" panose="02040602050305030304" pitchFamily="18" charset="0"/>
              </a:rPr>
              <a:t>Promoting rural development</a:t>
            </a:r>
          </a:p>
        </p:txBody>
      </p:sp>
    </p:spTree>
    <p:extLst>
      <p:ext uri="{BB962C8B-B14F-4D97-AF65-F5344CB8AC3E}">
        <p14:creationId xmlns:p14="http://schemas.microsoft.com/office/powerpoint/2010/main" val="146414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22C92-B3E5-43F9-8279-D23947C3C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>
                <a:latin typeface="Book Antiqua" panose="02040602050305030304" pitchFamily="18" charset="0"/>
              </a:rPr>
              <a:t>Congress Anti-Muslim Drive</a:t>
            </a:r>
            <a:r>
              <a:rPr lang="en-US" sz="5400" b="1"/>
              <a:t> 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610372-A222-8A2D-AD34-4B67729B8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40278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5523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2D277E-E121-8E4A-5C52-50A3B85912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55177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312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E9BBE-C56B-479A-A789-565494AA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 b="1">
                <a:latin typeface="Book Antiqua" panose="02040602050305030304" pitchFamily="18" charset="0"/>
              </a:rPr>
              <a:t>Conclusion</a:t>
            </a:r>
            <a:br>
              <a:rPr lang="en-US" sz="4600" b="1">
                <a:latin typeface="Book Antiqua" panose="02040602050305030304" pitchFamily="18" charset="0"/>
              </a:rPr>
            </a:br>
            <a:endParaRPr lang="en-US" sz="4600" b="1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6DBBC1-2455-4041-94A8-CFCAC0731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74148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9823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638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 Antiqua</vt:lpstr>
      <vt:lpstr>Calibri</vt:lpstr>
      <vt:lpstr>Calibri Light</vt:lpstr>
      <vt:lpstr>Office Theme</vt:lpstr>
      <vt:lpstr>Elections of 1937 and the Role of Congress Ministry </vt:lpstr>
      <vt:lpstr>Introduction </vt:lpstr>
      <vt:lpstr>Elections of 1937</vt:lpstr>
      <vt:lpstr>Election Manifesto </vt:lpstr>
      <vt:lpstr>Role of Congress Ministries </vt:lpstr>
      <vt:lpstr>Congress Anti-Muslim Drive </vt:lpstr>
      <vt:lpstr>PowerPoint Presentation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Elections of 1937 and the Role of Congress Ministry</dc:title>
  <dc:creator>Habib ali</dc:creator>
  <cp:lastModifiedBy>PMLS</cp:lastModifiedBy>
  <cp:revision>13</cp:revision>
  <dcterms:created xsi:type="dcterms:W3CDTF">2023-08-17T09:27:03Z</dcterms:created>
  <dcterms:modified xsi:type="dcterms:W3CDTF">2025-09-22T10:47:45Z</dcterms:modified>
</cp:coreProperties>
</file>