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6CC30-EEFD-41DB-A217-732CC1AEF47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62ABCD0-C1ED-4E14-815A-FB140DD6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1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6CC30-EEFD-41DB-A217-732CC1AEF47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ABCD0-C1ED-4E14-815A-FB140DD6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F76CC30-EEFD-41DB-A217-732CC1AEF47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62ABCD0-C1ED-4E14-815A-FB140DD6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71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6CC30-EEFD-41DB-A217-732CC1AEF47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ABCD0-C1ED-4E14-815A-FB140DD6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61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6CC30-EEFD-41DB-A217-732CC1AEF47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ABCD0-C1ED-4E14-815A-FB140DD6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6CC30-EEFD-41DB-A217-732CC1AEF47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ABCD0-C1ED-4E14-815A-FB140DD6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1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6CC30-EEFD-41DB-A217-732CC1AEF47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ABCD0-C1ED-4E14-815A-FB140DD6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93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6CC30-EEFD-41DB-A217-732CC1AEF47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ABCD0-C1ED-4E14-815A-FB140DD6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34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6CC30-EEFD-41DB-A217-732CC1AEF476}" type="datetimeFigureOut">
              <a:rPr lang="en-US" smtClean="0"/>
              <a:t>8/25/2025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ABCD0-C1ED-4E14-815A-FB140DD6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3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6CC30-EEFD-41DB-A217-732CC1AEF47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ABCD0-C1ED-4E14-815A-FB140DD6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7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6CC30-EEFD-41DB-A217-732CC1AEF47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ABCD0-C1ED-4E14-815A-FB140DD6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27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F76CC30-EEFD-41DB-A217-732CC1AEF47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62ABCD0-C1ED-4E14-815A-FB140DD6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4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D337-0683-4F4C-E8D4-F15B33DFD3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dirty="0"/>
              <a:t>Contributions of women and students in the freedom movement for separate</a:t>
            </a:r>
            <a:br>
              <a:rPr lang="en-US" sz="2800" b="1" dirty="0"/>
            </a:br>
            <a:r>
              <a:rPr lang="en-US" sz="2800" b="1" dirty="0"/>
              <a:t>homeland for Muslims of British India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3951A-8B72-2445-2356-F918F0D55B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Habib Ali</a:t>
            </a:r>
          </a:p>
        </p:txBody>
      </p:sp>
    </p:spTree>
    <p:extLst>
      <p:ext uri="{BB962C8B-B14F-4D97-AF65-F5344CB8AC3E}">
        <p14:creationId xmlns:p14="http://schemas.microsoft.com/office/powerpoint/2010/main" val="227233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52494-BD82-DB26-91D3-8CEE577B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Role of Women in the Freedom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2FA8A-CE68-848F-EABD-848952603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a) Breaking Social Barriers</a:t>
            </a:r>
          </a:p>
          <a:p>
            <a:pPr lvl="1"/>
            <a:r>
              <a:rPr lang="en-US" dirty="0"/>
              <a:t>Traditionally, women in South Asia were restricted to domestic roles.</a:t>
            </a:r>
          </a:p>
          <a:p>
            <a:pPr lvl="1"/>
            <a:r>
              <a:rPr lang="en-US" dirty="0"/>
              <a:t>The freedom movement encouraged them to step out and take part in political, social, and organizational activities.</a:t>
            </a:r>
          </a:p>
          <a:p>
            <a:r>
              <a:rPr lang="en-US" b="1" dirty="0"/>
              <a:t>(b) Key Contributions</a:t>
            </a:r>
          </a:p>
          <a:p>
            <a:r>
              <a:rPr lang="en-US" b="1" dirty="0"/>
              <a:t>Political Mobilization</a:t>
            </a:r>
            <a:endParaRPr lang="en-US" dirty="0"/>
          </a:p>
          <a:p>
            <a:pPr lvl="1"/>
            <a:r>
              <a:rPr lang="en-US" dirty="0"/>
              <a:t>Women attended public meetings, delivered speeches, and spread political awareness.</a:t>
            </a:r>
          </a:p>
          <a:p>
            <a:pPr lvl="1"/>
            <a:r>
              <a:rPr lang="en-US" dirty="0"/>
              <a:t>They campaigned during elections for the Muslim League.</a:t>
            </a:r>
          </a:p>
          <a:p>
            <a:r>
              <a:rPr lang="en-US" b="1" dirty="0"/>
              <a:t>(c) Prominent Women Leaders</a:t>
            </a:r>
          </a:p>
          <a:p>
            <a:pPr lvl="1"/>
            <a:r>
              <a:rPr lang="en-US" b="1" dirty="0"/>
              <a:t>Fatima Jinnah</a:t>
            </a:r>
            <a:r>
              <a:rPr lang="en-US" dirty="0"/>
              <a:t>: “Mother of the Nation,” mobilized women and stood by Quaid-e-Azam.</a:t>
            </a:r>
          </a:p>
          <a:p>
            <a:pPr lvl="1"/>
            <a:r>
              <a:rPr lang="en-US" b="1" dirty="0"/>
              <a:t>Begum </a:t>
            </a:r>
            <a:r>
              <a:rPr lang="en-US" b="1" dirty="0" err="1"/>
              <a:t>Ra’ana</a:t>
            </a:r>
            <a:r>
              <a:rPr lang="en-US" b="1" dirty="0"/>
              <a:t> Liaquat Ali Khan: </a:t>
            </a:r>
            <a:r>
              <a:rPr lang="en-US" dirty="0"/>
              <a:t>organized women under </a:t>
            </a:r>
            <a:r>
              <a:rPr lang="en-US" i="1" dirty="0"/>
              <a:t>Women’s National Guard</a:t>
            </a:r>
            <a:r>
              <a:rPr lang="en-US" dirty="0"/>
              <a:t> and </a:t>
            </a:r>
            <a:r>
              <a:rPr lang="en-US" i="1" dirty="0"/>
              <a:t>All Pakistan Women’s Association (APWA)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Begum Shaista Ikramullah: </a:t>
            </a:r>
            <a:r>
              <a:rPr lang="en-US" dirty="0"/>
              <a:t>represented women in Muslim League and later became Pakistan’s delegate at the UN.</a:t>
            </a:r>
          </a:p>
          <a:p>
            <a:pPr lvl="1"/>
            <a:r>
              <a:rPr lang="en-US" b="1" dirty="0"/>
              <a:t>Bi Amman (mother of Ali Brothers): </a:t>
            </a:r>
            <a:r>
              <a:rPr lang="en-US" dirty="0"/>
              <a:t>raised funds and gave speeches, even from behind the purdah.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86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65211-F121-8F2D-3022-DCF0F75C8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Role of Students in the Freedom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5A319-6243-6CF2-AE3D-1CEF72225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(a) Backbone of Political Struggle</a:t>
            </a:r>
          </a:p>
          <a:p>
            <a:pPr lvl="1"/>
            <a:r>
              <a:rPr lang="en-US" dirty="0"/>
              <a:t>Students were young, energetic, and fearless — they played a crucial role in spreading the message of the Muslim League.</a:t>
            </a:r>
          </a:p>
          <a:p>
            <a:r>
              <a:rPr lang="en-US" b="1" dirty="0"/>
              <a:t>(b) Key Contributions</a:t>
            </a:r>
          </a:p>
          <a:p>
            <a:r>
              <a:rPr lang="en-US" b="1" dirty="0"/>
              <a:t>Organizational Strength</a:t>
            </a:r>
            <a:endParaRPr lang="en-US" dirty="0"/>
          </a:p>
          <a:p>
            <a:pPr lvl="1"/>
            <a:r>
              <a:rPr lang="en-US" dirty="0"/>
              <a:t>Student groups like the </a:t>
            </a:r>
            <a:r>
              <a:rPr lang="en-US" b="1" dirty="0"/>
              <a:t>All India Muslim Students Federation (AIMSF)</a:t>
            </a:r>
            <a:r>
              <a:rPr lang="en-US" dirty="0"/>
              <a:t> provided manpower for political gatherings.</a:t>
            </a:r>
          </a:p>
          <a:p>
            <a:pPr lvl="1"/>
            <a:r>
              <a:rPr lang="en-US" dirty="0"/>
              <a:t>They organized rallies, passed resolutions, and spread awareness among the youth.</a:t>
            </a:r>
          </a:p>
          <a:p>
            <a:r>
              <a:rPr lang="en-US" b="1" dirty="0"/>
              <a:t>Propaganda and Awareness</a:t>
            </a:r>
          </a:p>
          <a:p>
            <a:pPr lvl="1"/>
            <a:r>
              <a:rPr lang="en-US" dirty="0"/>
              <a:t>Distributed pamphlets, newspapers, and posters in schools, colleges, and hostels.</a:t>
            </a:r>
          </a:p>
          <a:p>
            <a:pPr lvl="1"/>
            <a:r>
              <a:rPr lang="en-US" dirty="0"/>
              <a:t>Convinced fellow youth to support the demand for Pakistan.</a:t>
            </a:r>
          </a:p>
          <a:p>
            <a:r>
              <a:rPr lang="en-US" b="1" dirty="0"/>
              <a:t>Participation in Elections &amp; Protests</a:t>
            </a:r>
          </a:p>
          <a:p>
            <a:pPr lvl="1"/>
            <a:r>
              <a:rPr lang="en-US" dirty="0"/>
              <a:t>Actively supported Muslim League candidates in 1945–46 elections, which became a turning point.</a:t>
            </a:r>
          </a:p>
          <a:p>
            <a:pPr lvl="1"/>
            <a:r>
              <a:rPr lang="en-US" dirty="0"/>
              <a:t>Took part in demonstrations, strikes, and processions against British policies and Congress dominance.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597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F8063-365D-07E1-0999-8CE232328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Student Organizations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A3A93-A6A1-F658-5108-9F5D6050E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All India Muslim Students Federation (AIMSF) (founded in 1937 in Aligarh)</a:t>
            </a:r>
          </a:p>
          <a:p>
            <a:pPr lvl="1"/>
            <a:r>
              <a:rPr lang="en-US" dirty="0"/>
              <a:t>Main student wing of the Muslim League.</a:t>
            </a:r>
          </a:p>
          <a:p>
            <a:pPr lvl="1"/>
            <a:r>
              <a:rPr lang="en-US" dirty="0"/>
              <a:t>Spread the message of the Pakistan Resolution across colleges and universities.</a:t>
            </a:r>
          </a:p>
          <a:p>
            <a:r>
              <a:rPr lang="en-US" b="1" dirty="0"/>
              <a:t>Punjab Muslim Students Federation (PMSF)</a:t>
            </a:r>
          </a:p>
          <a:p>
            <a:pPr lvl="1"/>
            <a:r>
              <a:rPr lang="en-US" dirty="0"/>
              <a:t>Established in Lahore.</a:t>
            </a:r>
          </a:p>
          <a:p>
            <a:pPr lvl="1"/>
            <a:r>
              <a:rPr lang="en-US" dirty="0"/>
              <a:t>Became very active during the 1945–46 elections to mobilize youth in Punjab.</a:t>
            </a:r>
          </a:p>
          <a:p>
            <a:r>
              <a:rPr lang="en-US" b="1" dirty="0"/>
              <a:t>Sindh Muslim Students Federation (SMSF)</a:t>
            </a:r>
          </a:p>
          <a:p>
            <a:pPr lvl="1"/>
            <a:r>
              <a:rPr lang="en-US" dirty="0"/>
              <a:t>Organized in Sindh to counter Congress influence among students.</a:t>
            </a:r>
          </a:p>
          <a:p>
            <a:r>
              <a:rPr lang="en-US" b="1" dirty="0"/>
              <a:t>Bengal Muslim Students League</a:t>
            </a:r>
          </a:p>
          <a:p>
            <a:pPr lvl="1"/>
            <a:r>
              <a:rPr lang="en-US" dirty="0"/>
              <a:t>Worked in Bengal to promote the idea of Pakistan among Muslim youth.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942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826B6-3E80-F5ED-2B78-9D3BDEE34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Prominent Student Leaders &amp; Events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1E7F4-D97D-FC65-3E0C-7190E14C5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Liaquat Ali Khan’s speeches</a:t>
            </a:r>
            <a:r>
              <a:rPr lang="en-US" dirty="0"/>
              <a:t> were popular among students.</a:t>
            </a:r>
          </a:p>
          <a:p>
            <a:r>
              <a:rPr lang="en-US" dirty="0"/>
              <a:t>Student federations organized </a:t>
            </a:r>
            <a:r>
              <a:rPr lang="en-US" i="1" dirty="0"/>
              <a:t>Pakistan Day celebrations</a:t>
            </a:r>
            <a:r>
              <a:rPr lang="en-US" dirty="0"/>
              <a:t> on 23rd March annually after 1940.</a:t>
            </a:r>
          </a:p>
          <a:p>
            <a:r>
              <a:rPr lang="en-US" dirty="0"/>
              <a:t>Many anonymous student activists were jailed or expelled from colleges for protesting against the British Raj.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413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D9A68-66B9-5BA9-0D9F-7F76E600F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21D57-315A-D564-FCB5-389B70CCD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freedom movement was not the achievement of leaders alone, it was a joint struggle where women and students gave their energy, passion, and sacrifices.</a:t>
            </a:r>
          </a:p>
          <a:p>
            <a:r>
              <a:rPr lang="en-US" dirty="0"/>
              <a:t>Without their active involvement, the dream of a separate homeland for Muslims may not have been realized.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0636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7</TotalTime>
  <Words>503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Rockwell</vt:lpstr>
      <vt:lpstr>Rockwell Condensed</vt:lpstr>
      <vt:lpstr>Wingdings</vt:lpstr>
      <vt:lpstr>Wood Type</vt:lpstr>
      <vt:lpstr>Contributions of women and students in the freedom movement for separate homeland for Muslims of British India</vt:lpstr>
      <vt:lpstr>Role of Women in the Freedom Movement</vt:lpstr>
      <vt:lpstr>Role of Students in the Freedom Movement</vt:lpstr>
      <vt:lpstr>Student Organizations</vt:lpstr>
      <vt:lpstr>Prominent Student Leaders &amp; Events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PMLS</dc:creator>
  <cp:lastModifiedBy>PMLS</cp:lastModifiedBy>
  <cp:revision>1</cp:revision>
  <dcterms:created xsi:type="dcterms:W3CDTF">2025-08-25T08:51:04Z</dcterms:created>
  <dcterms:modified xsi:type="dcterms:W3CDTF">2025-08-25T08:58:41Z</dcterms:modified>
</cp:coreProperties>
</file>